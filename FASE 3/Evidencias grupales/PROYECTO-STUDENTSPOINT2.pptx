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9" r:id="rId10"/>
    <p:sldId id="263" r:id="rId11"/>
    <p:sldId id="271" r:id="rId12"/>
    <p:sldId id="264" r:id="rId13"/>
    <p:sldId id="265" r:id="rId14"/>
    <p:sldId id="266" r:id="rId15"/>
    <p:sldId id="267" r:id="rId16"/>
    <p:sldId id="268" r:id="rId17"/>
  </p:sldIdLst>
  <p:sldSz cx="18288000" cy="10287000"/>
  <p:notesSz cx="6858000" cy="9144000"/>
  <p:embeddedFontLst>
    <p:embeddedFont>
      <p:font typeface="Arimo Bold" panose="020B0604020202020204" charset="0"/>
      <p:regular r:id="rId19"/>
    </p:embeddedFont>
    <p:embeddedFont>
      <p:font typeface="Roboto Condensed" panose="02000000000000000000" pitchFamily="2" charset="0"/>
      <p:regular r:id="rId20"/>
      <p:bold r:id="rId21"/>
      <p:italic r:id="rId22"/>
      <p:boldItalic r:id="rId23"/>
    </p:embeddedFont>
    <p:embeddedFont>
      <p:font typeface="Roboto Condensed Bold" panose="02000000000000000000" charset="0"/>
      <p:regular r:id="rId24"/>
    </p:embeddedFont>
    <p:embeddedFont>
      <p:font typeface="Roboto Condensed Bold Italics" panose="020B0604020202020204" charset="0"/>
      <p:regular r:id="rId25"/>
    </p:embeddedFont>
    <p:embeddedFont>
      <p:font typeface="Roboto Condense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2" y="3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72171E-0F2D-42BC-8C7E-5B0653755A7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6D62A8-7CCE-41AF-A0C1-EA4E411817F7}">
      <dgm:prSet/>
      <dgm:spPr/>
      <dgm:t>
        <a:bodyPr/>
        <a:lstStyle/>
        <a:p>
          <a:r>
            <a:rPr lang="es-CL"/>
            <a:t>accounts_user: Usuarios, roles y perfil; base para permisos y ownership.</a:t>
          </a:r>
          <a:endParaRPr lang="en-US"/>
        </a:p>
      </dgm:t>
    </dgm:pt>
    <dgm:pt modelId="{7277E55F-31F3-4A3C-B84B-08BE7F545C90}" type="parTrans" cxnId="{1D49A4A1-4E15-45D3-9CC0-0DA5CD3BEC32}">
      <dgm:prSet/>
      <dgm:spPr/>
      <dgm:t>
        <a:bodyPr/>
        <a:lstStyle/>
        <a:p>
          <a:endParaRPr lang="en-US"/>
        </a:p>
      </dgm:t>
    </dgm:pt>
    <dgm:pt modelId="{9D05AFA7-C584-460F-AE33-93F906D519E9}" type="sibTrans" cxnId="{1D49A4A1-4E15-45D3-9CC0-0DA5CD3BEC32}">
      <dgm:prSet/>
      <dgm:spPr/>
      <dgm:t>
        <a:bodyPr/>
        <a:lstStyle/>
        <a:p>
          <a:endParaRPr lang="en-US"/>
        </a:p>
      </dgm:t>
    </dgm:pt>
    <dgm:pt modelId="{134599CA-4CED-4478-91A5-7C917D0A3BAB}">
      <dgm:prSet/>
      <dgm:spPr/>
      <dgm:t>
        <a:bodyPr/>
        <a:lstStyle/>
        <a:p>
          <a:r>
            <a:rPr lang="es-CL"/>
            <a:t>accounts_loginlog / registrationlog / useractivitylog: accesos, registros y acciones.</a:t>
          </a:r>
          <a:endParaRPr lang="en-US"/>
        </a:p>
      </dgm:t>
    </dgm:pt>
    <dgm:pt modelId="{971204DC-E27A-4263-B7D9-A568033C5790}" type="parTrans" cxnId="{1FA5F028-304E-4C02-BDEA-C549F75F6A8A}">
      <dgm:prSet/>
      <dgm:spPr/>
      <dgm:t>
        <a:bodyPr/>
        <a:lstStyle/>
        <a:p>
          <a:endParaRPr lang="en-US"/>
        </a:p>
      </dgm:t>
    </dgm:pt>
    <dgm:pt modelId="{0DD32D63-8C99-4489-8412-1CA92A99333C}" type="sibTrans" cxnId="{1FA5F028-304E-4C02-BDEA-C549F75F6A8A}">
      <dgm:prSet/>
      <dgm:spPr/>
      <dgm:t>
        <a:bodyPr/>
        <a:lstStyle/>
        <a:p>
          <a:endParaRPr lang="en-US"/>
        </a:p>
      </dgm:t>
    </dgm:pt>
    <dgm:pt modelId="{6E5F338C-C3B0-457E-BD51-B45EA5A348BB}">
      <dgm:prSet/>
      <dgm:spPr/>
      <dgm:t>
        <a:bodyPr/>
        <a:lstStyle/>
        <a:p>
          <a:r>
            <a:rPr lang="es-CL"/>
            <a:t>campuses_sede / campus_map_* / campuses_recorrido: Catálogo de sedes y mapas (tours).</a:t>
          </a:r>
          <a:endParaRPr lang="en-US"/>
        </a:p>
      </dgm:t>
    </dgm:pt>
    <dgm:pt modelId="{67D04700-1181-4CAC-AE06-27F9762468ED}" type="parTrans" cxnId="{945359BF-1EED-463C-88EC-7B3A01729676}">
      <dgm:prSet/>
      <dgm:spPr/>
      <dgm:t>
        <a:bodyPr/>
        <a:lstStyle/>
        <a:p>
          <a:endParaRPr lang="en-US"/>
        </a:p>
      </dgm:t>
    </dgm:pt>
    <dgm:pt modelId="{A0EBD6BD-C4D1-4D3C-ACB0-F2DEF7B4212D}" type="sibTrans" cxnId="{945359BF-1EED-463C-88EC-7B3A01729676}">
      <dgm:prSet/>
      <dgm:spPr/>
      <dgm:t>
        <a:bodyPr/>
        <a:lstStyle/>
        <a:p>
          <a:endParaRPr lang="en-US"/>
        </a:p>
      </dgm:t>
    </dgm:pt>
    <dgm:pt modelId="{A6BACC6A-2618-4006-BC7A-7ACDDFBA52AD}">
      <dgm:prSet/>
      <dgm:spPr/>
      <dgm:t>
        <a:bodyPr/>
        <a:lstStyle/>
        <a:p>
          <a:r>
            <a:rPr lang="es-CL"/>
            <a:t>market_producto / market_categoriaproducto: Marketplace (publicaciones, categorías, vendedor).</a:t>
          </a:r>
          <a:endParaRPr lang="en-US"/>
        </a:p>
      </dgm:t>
    </dgm:pt>
    <dgm:pt modelId="{30DF9D0C-092B-4726-931C-9E17F448B0AA}" type="parTrans" cxnId="{373DDCE4-EA4E-4AF3-83E3-8730B14E962F}">
      <dgm:prSet/>
      <dgm:spPr/>
      <dgm:t>
        <a:bodyPr/>
        <a:lstStyle/>
        <a:p>
          <a:endParaRPr lang="en-US"/>
        </a:p>
      </dgm:t>
    </dgm:pt>
    <dgm:pt modelId="{DC31EEF6-F699-42E0-A75B-E745919BB643}" type="sibTrans" cxnId="{373DDCE4-EA4E-4AF3-83E3-8730B14E962F}">
      <dgm:prSet/>
      <dgm:spPr/>
      <dgm:t>
        <a:bodyPr/>
        <a:lstStyle/>
        <a:p>
          <a:endParaRPr lang="en-US"/>
        </a:p>
      </dgm:t>
    </dgm:pt>
    <dgm:pt modelId="{648E2BBF-0C01-4DD0-8B50-6AA9E1B12882}">
      <dgm:prSet/>
      <dgm:spPr/>
      <dgm:t>
        <a:bodyPr/>
        <a:lstStyle/>
        <a:p>
          <a:r>
            <a:rPr lang="es-CL"/>
            <a:t>market_productoanalytics / productofavorito / productoreporte: Métricas, favoritos y reportes de marketplace.</a:t>
          </a:r>
          <a:endParaRPr lang="en-US"/>
        </a:p>
      </dgm:t>
    </dgm:pt>
    <dgm:pt modelId="{64E0C95B-8883-4CF1-A0F7-13C2CAC3AD93}" type="parTrans" cxnId="{3FD1FA87-E355-4908-9C32-E94D4BB6BAA8}">
      <dgm:prSet/>
      <dgm:spPr/>
      <dgm:t>
        <a:bodyPr/>
        <a:lstStyle/>
        <a:p>
          <a:endParaRPr lang="en-US"/>
        </a:p>
      </dgm:t>
    </dgm:pt>
    <dgm:pt modelId="{8F33EBDE-6E32-430D-A55E-9963FBEBAB0A}" type="sibTrans" cxnId="{3FD1FA87-E355-4908-9C32-E94D4BB6BAA8}">
      <dgm:prSet/>
      <dgm:spPr/>
      <dgm:t>
        <a:bodyPr/>
        <a:lstStyle/>
        <a:p>
          <a:endParaRPr lang="en-US"/>
        </a:p>
      </dgm:t>
    </dgm:pt>
    <dgm:pt modelId="{9BF49BBB-EB92-409D-94BD-121C1840F041}">
      <dgm:prSet/>
      <dgm:spPr/>
      <dgm:t>
        <a:bodyPr/>
        <a:lstStyle/>
        <a:p>
          <a:r>
            <a:rPr lang="es-CL"/>
            <a:t>forum_post / forum_comentario / forum_foro: Publicaciones, comentarios y foros.</a:t>
          </a:r>
          <a:endParaRPr lang="en-US"/>
        </a:p>
      </dgm:t>
    </dgm:pt>
    <dgm:pt modelId="{07137CFB-DB19-4CB8-ACD6-7946A20C3111}" type="parTrans" cxnId="{EB1DE5D1-3776-4A5E-BB7A-AE81249510D0}">
      <dgm:prSet/>
      <dgm:spPr/>
      <dgm:t>
        <a:bodyPr/>
        <a:lstStyle/>
        <a:p>
          <a:endParaRPr lang="en-US"/>
        </a:p>
      </dgm:t>
    </dgm:pt>
    <dgm:pt modelId="{3D097259-1891-4346-A0ED-65B71A88B05C}" type="sibTrans" cxnId="{EB1DE5D1-3776-4A5E-BB7A-AE81249510D0}">
      <dgm:prSet/>
      <dgm:spPr/>
      <dgm:t>
        <a:bodyPr/>
        <a:lstStyle/>
        <a:p>
          <a:endParaRPr lang="en-US"/>
        </a:p>
      </dgm:t>
    </dgm:pt>
    <dgm:pt modelId="{DF26692A-24DE-4009-B08E-76DC03E62FDF}">
      <dgm:prSet/>
      <dgm:spPr/>
      <dgm:t>
        <a:bodyPr/>
        <a:lstStyle/>
        <a:p>
          <a:r>
            <a:rPr lang="es-CL"/>
            <a:t>polls_poll (+ opciones, votos, analytics, sedes): Encuestas.</a:t>
          </a:r>
          <a:endParaRPr lang="en-US"/>
        </a:p>
      </dgm:t>
    </dgm:pt>
    <dgm:pt modelId="{1480BC0C-352B-4E22-9CE8-E1896075CF15}" type="parTrans" cxnId="{47F3F50D-23C8-46DA-B429-F654EAF80BF6}">
      <dgm:prSet/>
      <dgm:spPr/>
      <dgm:t>
        <a:bodyPr/>
        <a:lstStyle/>
        <a:p>
          <a:endParaRPr lang="en-US"/>
        </a:p>
      </dgm:t>
    </dgm:pt>
    <dgm:pt modelId="{D3C31332-7EFF-41B7-90A5-F38DD12EA14C}" type="sibTrans" cxnId="{47F3F50D-23C8-46DA-B429-F654EAF80BF6}">
      <dgm:prSet/>
      <dgm:spPr/>
      <dgm:t>
        <a:bodyPr/>
        <a:lstStyle/>
        <a:p>
          <a:endParaRPr lang="en-US"/>
        </a:p>
      </dgm:t>
    </dgm:pt>
    <dgm:pt modelId="{84456E96-6F14-4C94-9735-788E50FAEDF8}">
      <dgm:prSet/>
      <dgm:spPr/>
      <dgm:t>
        <a:bodyPr/>
        <a:lstStyle/>
        <a:p>
          <a:r>
            <a:rPr lang="es-CL"/>
            <a:t>reports_reporte / reportemedia: Reportes de incidencias con adjuntos.</a:t>
          </a:r>
          <a:endParaRPr lang="en-US"/>
        </a:p>
      </dgm:t>
    </dgm:pt>
    <dgm:pt modelId="{5C1BB4B2-4B39-4E6C-BDEF-47151F3A267F}" type="parTrans" cxnId="{52EAB6BF-1CAA-47A3-A13B-AF33DFFC862D}">
      <dgm:prSet/>
      <dgm:spPr/>
      <dgm:t>
        <a:bodyPr/>
        <a:lstStyle/>
        <a:p>
          <a:endParaRPr lang="en-US"/>
        </a:p>
      </dgm:t>
    </dgm:pt>
    <dgm:pt modelId="{6AD035E0-90D8-49CE-B332-413E59596BE5}" type="sibTrans" cxnId="{52EAB6BF-1CAA-47A3-A13B-AF33DFFC862D}">
      <dgm:prSet/>
      <dgm:spPr/>
      <dgm:t>
        <a:bodyPr/>
        <a:lstStyle/>
        <a:p>
          <a:endParaRPr lang="en-US"/>
        </a:p>
      </dgm:t>
    </dgm:pt>
    <dgm:pt modelId="{4157C90C-6BD2-47F6-833A-DB8A615D8A99}">
      <dgm:prSet/>
      <dgm:spPr/>
      <dgm:t>
        <a:bodyPr/>
        <a:lstStyle/>
        <a:p>
          <a:r>
            <a:rPr lang="es-CL"/>
            <a:t>portfolio_* (experiencia, habilidad, logro, proyecto, config, analytics, sugerencia): Portafolios de usuario.</a:t>
          </a:r>
          <a:endParaRPr lang="en-US"/>
        </a:p>
      </dgm:t>
    </dgm:pt>
    <dgm:pt modelId="{CA8B2E3A-CC87-4572-A563-DDBA1711B22A}" type="parTrans" cxnId="{5D8046D5-1D83-4A8C-881B-4114E9B59D62}">
      <dgm:prSet/>
      <dgm:spPr/>
      <dgm:t>
        <a:bodyPr/>
        <a:lstStyle/>
        <a:p>
          <a:endParaRPr lang="en-US"/>
        </a:p>
      </dgm:t>
    </dgm:pt>
    <dgm:pt modelId="{DEE46EA6-9024-4BE7-974A-C726A57E2843}" type="sibTrans" cxnId="{5D8046D5-1D83-4A8C-881B-4114E9B59D62}">
      <dgm:prSet/>
      <dgm:spPr/>
      <dgm:t>
        <a:bodyPr/>
        <a:lstStyle/>
        <a:p>
          <a:endParaRPr lang="en-US"/>
        </a:p>
      </dgm:t>
    </dgm:pt>
    <dgm:pt modelId="{C7A9AAB1-DFE8-429B-9076-E7174C005F40}">
      <dgm:prSet/>
      <dgm:spPr/>
      <dgm:t>
        <a:bodyPr/>
        <a:lstStyle/>
        <a:p>
          <a:r>
            <a:rPr lang="es-CL"/>
            <a:t>notifications_*: Plantillas, preferencias, envíos y suscripciones push.</a:t>
          </a:r>
          <a:endParaRPr lang="en-US"/>
        </a:p>
      </dgm:t>
    </dgm:pt>
    <dgm:pt modelId="{AA000F7E-AC9A-4732-9408-F5F102E47A9E}" type="parTrans" cxnId="{23029761-34F4-4BB6-949B-F18107329960}">
      <dgm:prSet/>
      <dgm:spPr/>
      <dgm:t>
        <a:bodyPr/>
        <a:lstStyle/>
        <a:p>
          <a:endParaRPr lang="en-US"/>
        </a:p>
      </dgm:t>
    </dgm:pt>
    <dgm:pt modelId="{8DD4F553-D806-4050-8B82-3850243C357B}" type="sibTrans" cxnId="{23029761-34F4-4BB6-949B-F18107329960}">
      <dgm:prSet/>
      <dgm:spPr/>
      <dgm:t>
        <a:bodyPr/>
        <a:lstStyle/>
        <a:p>
          <a:endParaRPr lang="en-US"/>
        </a:p>
      </dgm:t>
    </dgm:pt>
    <dgm:pt modelId="{58EA9686-3108-41A5-86E9-DA483DE379C0}">
      <dgm:prSet/>
      <dgm:spPr/>
      <dgm:t>
        <a:bodyPr/>
        <a:lstStyle/>
        <a:p>
          <a:r>
            <a:rPr lang="es-CL"/>
            <a:t>document_converter_conversionjob: Jobs de conversión de documentos.</a:t>
          </a:r>
          <a:endParaRPr lang="en-US"/>
        </a:p>
      </dgm:t>
    </dgm:pt>
    <dgm:pt modelId="{23A89246-1E2F-4187-BC9B-710257D21101}" type="parTrans" cxnId="{230104C9-7A8E-4CA6-B4C7-1E899A5527C7}">
      <dgm:prSet/>
      <dgm:spPr/>
      <dgm:t>
        <a:bodyPr/>
        <a:lstStyle/>
        <a:p>
          <a:endParaRPr lang="en-US"/>
        </a:p>
      </dgm:t>
    </dgm:pt>
    <dgm:pt modelId="{F6FB6CB1-5315-4F90-A4A5-FD367FCBD6D8}" type="sibTrans" cxnId="{230104C9-7A8E-4CA6-B4C7-1E899A5527C7}">
      <dgm:prSet/>
      <dgm:spPr/>
      <dgm:t>
        <a:bodyPr/>
        <a:lstStyle/>
        <a:p>
          <a:endParaRPr lang="en-US"/>
        </a:p>
      </dgm:t>
    </dgm:pt>
    <dgm:pt modelId="{A6DC6127-37E3-4486-865E-AC623590D747}">
      <dgm:prSet/>
      <dgm:spPr/>
      <dgm:t>
        <a:bodyPr/>
        <a:lstStyle/>
        <a:p>
          <a:r>
            <a:rPr lang="es-CL"/>
            <a:t>otec_curso / otec_clasevideo: Cursos y sus clases en video.</a:t>
          </a:r>
          <a:endParaRPr lang="en-US"/>
        </a:p>
      </dgm:t>
    </dgm:pt>
    <dgm:pt modelId="{ED0F89EF-119B-4478-B792-E1EEDE2E532B}" type="parTrans" cxnId="{EF9BF379-C701-4506-A3D3-A1DED74306EC}">
      <dgm:prSet/>
      <dgm:spPr/>
      <dgm:t>
        <a:bodyPr/>
        <a:lstStyle/>
        <a:p>
          <a:endParaRPr lang="en-US"/>
        </a:p>
      </dgm:t>
    </dgm:pt>
    <dgm:pt modelId="{311CF8D4-5979-43F0-A94B-2BA9056FFD1C}" type="sibTrans" cxnId="{EF9BF379-C701-4506-A3D3-A1DED74306EC}">
      <dgm:prSet/>
      <dgm:spPr/>
      <dgm:t>
        <a:bodyPr/>
        <a:lstStyle/>
        <a:p>
          <a:endParaRPr lang="en-US"/>
        </a:p>
      </dgm:t>
    </dgm:pt>
    <dgm:pt modelId="{B23C3DD0-B518-47D2-8C69-D91B466E6A5C}">
      <dgm:prSet/>
      <dgm:spPr/>
      <dgm:t>
        <a:bodyPr/>
        <a:lstStyle/>
        <a:p>
          <a:r>
            <a:rPr lang="es-CL"/>
            <a:t>wellbeing_bienestaritem: Contenidos de bienestar.</a:t>
          </a:r>
          <a:endParaRPr lang="en-US"/>
        </a:p>
      </dgm:t>
    </dgm:pt>
    <dgm:pt modelId="{90BE0269-7120-46FA-BBC3-70B91FD38374}" type="parTrans" cxnId="{25585A0F-D9A0-4CE2-B17D-36105CC19DCA}">
      <dgm:prSet/>
      <dgm:spPr/>
      <dgm:t>
        <a:bodyPr/>
        <a:lstStyle/>
        <a:p>
          <a:endParaRPr lang="en-US"/>
        </a:p>
      </dgm:t>
    </dgm:pt>
    <dgm:pt modelId="{C4E095B2-8357-465E-996B-04C4BCE7138A}" type="sibTrans" cxnId="{25585A0F-D9A0-4CE2-B17D-36105CC19DCA}">
      <dgm:prSet/>
      <dgm:spPr/>
      <dgm:t>
        <a:bodyPr/>
        <a:lstStyle/>
        <a:p>
          <a:endParaRPr lang="en-US"/>
        </a:p>
      </dgm:t>
    </dgm:pt>
    <dgm:pt modelId="{77711343-5EAC-40FE-9505-5863A5B8CB13}">
      <dgm:prSet/>
      <dgm:spPr/>
      <dgm:t>
        <a:bodyPr/>
        <a:lstStyle/>
        <a:p>
          <a:r>
            <a:rPr lang="es-CL"/>
            <a:t>token_blacklist_*: Tokens JWT emitidos y revocados (seguridad).</a:t>
          </a:r>
          <a:endParaRPr lang="en-US"/>
        </a:p>
      </dgm:t>
    </dgm:pt>
    <dgm:pt modelId="{B32BB65D-539E-445E-A2C5-1D3C5A86D65E}" type="parTrans" cxnId="{2B3EE538-6AD9-4F88-91D2-4A47A6A1E9D5}">
      <dgm:prSet/>
      <dgm:spPr/>
      <dgm:t>
        <a:bodyPr/>
        <a:lstStyle/>
        <a:p>
          <a:endParaRPr lang="en-US"/>
        </a:p>
      </dgm:t>
    </dgm:pt>
    <dgm:pt modelId="{0B2E6B5B-A2DC-4D2A-8300-432FE2E9D508}" type="sibTrans" cxnId="{2B3EE538-6AD9-4F88-91D2-4A47A6A1E9D5}">
      <dgm:prSet/>
      <dgm:spPr/>
      <dgm:t>
        <a:bodyPr/>
        <a:lstStyle/>
        <a:p>
          <a:endParaRPr lang="en-US"/>
        </a:p>
      </dgm:t>
    </dgm:pt>
    <dgm:pt modelId="{103934B7-CEC9-472B-AD7B-FBD270555072}">
      <dgm:prSet/>
      <dgm:spPr/>
      <dgm:t>
        <a:bodyPr/>
        <a:lstStyle/>
        <a:p>
          <a:r>
            <a:rPr lang="es-CL"/>
            <a:t>django_admin_log / auth_* / django_* / sessions: Infraestructura Django (permisos, sesiones, migraciones, auditoría).</a:t>
          </a:r>
          <a:endParaRPr lang="en-US"/>
        </a:p>
      </dgm:t>
    </dgm:pt>
    <dgm:pt modelId="{AAB883F3-03C7-47C7-856B-C85E716BD552}" type="parTrans" cxnId="{74FDDBCD-CD3B-4E42-A1E1-E73C97FD85A6}">
      <dgm:prSet/>
      <dgm:spPr/>
      <dgm:t>
        <a:bodyPr/>
        <a:lstStyle/>
        <a:p>
          <a:endParaRPr lang="en-US"/>
        </a:p>
      </dgm:t>
    </dgm:pt>
    <dgm:pt modelId="{5F0D83D3-4948-476B-BA53-F4DBA3BA993E}" type="sibTrans" cxnId="{74FDDBCD-CD3B-4E42-A1E1-E73C97FD85A6}">
      <dgm:prSet/>
      <dgm:spPr/>
      <dgm:t>
        <a:bodyPr/>
        <a:lstStyle/>
        <a:p>
          <a:endParaRPr lang="en-US"/>
        </a:p>
      </dgm:t>
    </dgm:pt>
    <dgm:pt modelId="{725CFFCC-02D7-42B6-A5CD-DADC5F834407}" type="pres">
      <dgm:prSet presAssocID="{A272171E-0F2D-42BC-8C7E-5B0653755A74}" presName="diagram" presStyleCnt="0">
        <dgm:presLayoutVars>
          <dgm:dir/>
          <dgm:resizeHandles val="exact"/>
        </dgm:presLayoutVars>
      </dgm:prSet>
      <dgm:spPr/>
    </dgm:pt>
    <dgm:pt modelId="{63EDF6B0-EABA-4FB6-AA81-73951A34C7A0}" type="pres">
      <dgm:prSet presAssocID="{306D62A8-7CCE-41AF-A0C1-EA4E411817F7}" presName="node" presStyleLbl="node1" presStyleIdx="0" presStyleCnt="15">
        <dgm:presLayoutVars>
          <dgm:bulletEnabled val="1"/>
        </dgm:presLayoutVars>
      </dgm:prSet>
      <dgm:spPr/>
    </dgm:pt>
    <dgm:pt modelId="{8F3B89DC-637C-4696-AA17-AA56C2F4CD29}" type="pres">
      <dgm:prSet presAssocID="{9D05AFA7-C584-460F-AE33-93F906D519E9}" presName="sibTrans" presStyleCnt="0"/>
      <dgm:spPr/>
    </dgm:pt>
    <dgm:pt modelId="{D2AAB245-D88B-4DAB-B4DB-3CA5814B3408}" type="pres">
      <dgm:prSet presAssocID="{134599CA-4CED-4478-91A5-7C917D0A3BAB}" presName="node" presStyleLbl="node1" presStyleIdx="1" presStyleCnt="15">
        <dgm:presLayoutVars>
          <dgm:bulletEnabled val="1"/>
        </dgm:presLayoutVars>
      </dgm:prSet>
      <dgm:spPr/>
    </dgm:pt>
    <dgm:pt modelId="{E7E79324-FAB1-4D1A-B185-E23CEC5CBD90}" type="pres">
      <dgm:prSet presAssocID="{0DD32D63-8C99-4489-8412-1CA92A99333C}" presName="sibTrans" presStyleCnt="0"/>
      <dgm:spPr/>
    </dgm:pt>
    <dgm:pt modelId="{D696B6CF-F480-4D4A-B3FE-99B9C6E0B86B}" type="pres">
      <dgm:prSet presAssocID="{6E5F338C-C3B0-457E-BD51-B45EA5A348BB}" presName="node" presStyleLbl="node1" presStyleIdx="2" presStyleCnt="15">
        <dgm:presLayoutVars>
          <dgm:bulletEnabled val="1"/>
        </dgm:presLayoutVars>
      </dgm:prSet>
      <dgm:spPr/>
    </dgm:pt>
    <dgm:pt modelId="{56E94F45-4331-4638-9F4E-C13FD572BAA8}" type="pres">
      <dgm:prSet presAssocID="{A0EBD6BD-C4D1-4D3C-ACB0-F2DEF7B4212D}" presName="sibTrans" presStyleCnt="0"/>
      <dgm:spPr/>
    </dgm:pt>
    <dgm:pt modelId="{4D06E3A0-1811-4C9E-8173-4CFEDCAFAD54}" type="pres">
      <dgm:prSet presAssocID="{A6BACC6A-2618-4006-BC7A-7ACDDFBA52AD}" presName="node" presStyleLbl="node1" presStyleIdx="3" presStyleCnt="15">
        <dgm:presLayoutVars>
          <dgm:bulletEnabled val="1"/>
        </dgm:presLayoutVars>
      </dgm:prSet>
      <dgm:spPr/>
    </dgm:pt>
    <dgm:pt modelId="{F282AC7A-5294-4231-A898-6A09A04CF5B2}" type="pres">
      <dgm:prSet presAssocID="{DC31EEF6-F699-42E0-A75B-E745919BB643}" presName="sibTrans" presStyleCnt="0"/>
      <dgm:spPr/>
    </dgm:pt>
    <dgm:pt modelId="{46E3EBFA-2E6E-40D9-AF7C-B2C8C317750A}" type="pres">
      <dgm:prSet presAssocID="{648E2BBF-0C01-4DD0-8B50-6AA9E1B12882}" presName="node" presStyleLbl="node1" presStyleIdx="4" presStyleCnt="15">
        <dgm:presLayoutVars>
          <dgm:bulletEnabled val="1"/>
        </dgm:presLayoutVars>
      </dgm:prSet>
      <dgm:spPr/>
    </dgm:pt>
    <dgm:pt modelId="{EC998961-A11B-4045-9C2A-92EE6C9E451E}" type="pres">
      <dgm:prSet presAssocID="{8F33EBDE-6E32-430D-A55E-9963FBEBAB0A}" presName="sibTrans" presStyleCnt="0"/>
      <dgm:spPr/>
    </dgm:pt>
    <dgm:pt modelId="{16FFE033-2A37-4F39-967C-629B4EDD6123}" type="pres">
      <dgm:prSet presAssocID="{9BF49BBB-EB92-409D-94BD-121C1840F041}" presName="node" presStyleLbl="node1" presStyleIdx="5" presStyleCnt="15">
        <dgm:presLayoutVars>
          <dgm:bulletEnabled val="1"/>
        </dgm:presLayoutVars>
      </dgm:prSet>
      <dgm:spPr/>
    </dgm:pt>
    <dgm:pt modelId="{F270B1A5-5B04-4781-92F4-725DC45D9FCA}" type="pres">
      <dgm:prSet presAssocID="{3D097259-1891-4346-A0ED-65B71A88B05C}" presName="sibTrans" presStyleCnt="0"/>
      <dgm:spPr/>
    </dgm:pt>
    <dgm:pt modelId="{CAA7FFE5-3C6B-463D-99A2-5A7BA89ECA65}" type="pres">
      <dgm:prSet presAssocID="{DF26692A-24DE-4009-B08E-76DC03E62FDF}" presName="node" presStyleLbl="node1" presStyleIdx="6" presStyleCnt="15">
        <dgm:presLayoutVars>
          <dgm:bulletEnabled val="1"/>
        </dgm:presLayoutVars>
      </dgm:prSet>
      <dgm:spPr/>
    </dgm:pt>
    <dgm:pt modelId="{0EA220E5-5780-4183-9FDD-B1129BF11567}" type="pres">
      <dgm:prSet presAssocID="{D3C31332-7EFF-41B7-90A5-F38DD12EA14C}" presName="sibTrans" presStyleCnt="0"/>
      <dgm:spPr/>
    </dgm:pt>
    <dgm:pt modelId="{70C821A3-0463-470C-BE0E-5061E26966F7}" type="pres">
      <dgm:prSet presAssocID="{84456E96-6F14-4C94-9735-788E50FAEDF8}" presName="node" presStyleLbl="node1" presStyleIdx="7" presStyleCnt="15">
        <dgm:presLayoutVars>
          <dgm:bulletEnabled val="1"/>
        </dgm:presLayoutVars>
      </dgm:prSet>
      <dgm:spPr/>
    </dgm:pt>
    <dgm:pt modelId="{7E77B384-D3D8-4BDB-8411-F6B4107DD064}" type="pres">
      <dgm:prSet presAssocID="{6AD035E0-90D8-49CE-B332-413E59596BE5}" presName="sibTrans" presStyleCnt="0"/>
      <dgm:spPr/>
    </dgm:pt>
    <dgm:pt modelId="{54B9ADE5-807E-476C-AD8F-4C3C2054A439}" type="pres">
      <dgm:prSet presAssocID="{4157C90C-6BD2-47F6-833A-DB8A615D8A99}" presName="node" presStyleLbl="node1" presStyleIdx="8" presStyleCnt="15">
        <dgm:presLayoutVars>
          <dgm:bulletEnabled val="1"/>
        </dgm:presLayoutVars>
      </dgm:prSet>
      <dgm:spPr/>
    </dgm:pt>
    <dgm:pt modelId="{29E94678-A3C1-4496-B0DA-6227BA44B72C}" type="pres">
      <dgm:prSet presAssocID="{DEE46EA6-9024-4BE7-974A-C726A57E2843}" presName="sibTrans" presStyleCnt="0"/>
      <dgm:spPr/>
    </dgm:pt>
    <dgm:pt modelId="{79B39EB2-CA98-42C1-9680-C22DBD1E44C0}" type="pres">
      <dgm:prSet presAssocID="{C7A9AAB1-DFE8-429B-9076-E7174C005F40}" presName="node" presStyleLbl="node1" presStyleIdx="9" presStyleCnt="15">
        <dgm:presLayoutVars>
          <dgm:bulletEnabled val="1"/>
        </dgm:presLayoutVars>
      </dgm:prSet>
      <dgm:spPr/>
    </dgm:pt>
    <dgm:pt modelId="{F3BF5400-7BE7-4132-A678-6455FED12C23}" type="pres">
      <dgm:prSet presAssocID="{8DD4F553-D806-4050-8B82-3850243C357B}" presName="sibTrans" presStyleCnt="0"/>
      <dgm:spPr/>
    </dgm:pt>
    <dgm:pt modelId="{660E69D0-D3AA-4080-BA62-0D63C2A56FC1}" type="pres">
      <dgm:prSet presAssocID="{58EA9686-3108-41A5-86E9-DA483DE379C0}" presName="node" presStyleLbl="node1" presStyleIdx="10" presStyleCnt="15">
        <dgm:presLayoutVars>
          <dgm:bulletEnabled val="1"/>
        </dgm:presLayoutVars>
      </dgm:prSet>
      <dgm:spPr/>
    </dgm:pt>
    <dgm:pt modelId="{55893B03-F5E1-4311-B027-74E3E96E4525}" type="pres">
      <dgm:prSet presAssocID="{F6FB6CB1-5315-4F90-A4A5-FD367FCBD6D8}" presName="sibTrans" presStyleCnt="0"/>
      <dgm:spPr/>
    </dgm:pt>
    <dgm:pt modelId="{B04BAD66-531C-412F-BECA-40E562731D2C}" type="pres">
      <dgm:prSet presAssocID="{A6DC6127-37E3-4486-865E-AC623590D747}" presName="node" presStyleLbl="node1" presStyleIdx="11" presStyleCnt="15">
        <dgm:presLayoutVars>
          <dgm:bulletEnabled val="1"/>
        </dgm:presLayoutVars>
      </dgm:prSet>
      <dgm:spPr/>
    </dgm:pt>
    <dgm:pt modelId="{83599EC5-5C2E-47EA-A3D4-E5A169569767}" type="pres">
      <dgm:prSet presAssocID="{311CF8D4-5979-43F0-A94B-2BA9056FFD1C}" presName="sibTrans" presStyleCnt="0"/>
      <dgm:spPr/>
    </dgm:pt>
    <dgm:pt modelId="{E356688C-8E34-4992-A44D-831B65E90A93}" type="pres">
      <dgm:prSet presAssocID="{B23C3DD0-B518-47D2-8C69-D91B466E6A5C}" presName="node" presStyleLbl="node1" presStyleIdx="12" presStyleCnt="15">
        <dgm:presLayoutVars>
          <dgm:bulletEnabled val="1"/>
        </dgm:presLayoutVars>
      </dgm:prSet>
      <dgm:spPr/>
    </dgm:pt>
    <dgm:pt modelId="{7CF05721-A102-4AC0-A0D4-77212F5519C3}" type="pres">
      <dgm:prSet presAssocID="{C4E095B2-8357-465E-996B-04C4BCE7138A}" presName="sibTrans" presStyleCnt="0"/>
      <dgm:spPr/>
    </dgm:pt>
    <dgm:pt modelId="{43F4897E-DDC3-4413-B9FD-563DA043E7D6}" type="pres">
      <dgm:prSet presAssocID="{77711343-5EAC-40FE-9505-5863A5B8CB13}" presName="node" presStyleLbl="node1" presStyleIdx="13" presStyleCnt="15">
        <dgm:presLayoutVars>
          <dgm:bulletEnabled val="1"/>
        </dgm:presLayoutVars>
      </dgm:prSet>
      <dgm:spPr/>
    </dgm:pt>
    <dgm:pt modelId="{75A55290-4ABE-4398-9B57-A49BEBCB490D}" type="pres">
      <dgm:prSet presAssocID="{0B2E6B5B-A2DC-4D2A-8300-432FE2E9D508}" presName="sibTrans" presStyleCnt="0"/>
      <dgm:spPr/>
    </dgm:pt>
    <dgm:pt modelId="{470FD6B9-8AA5-45D0-B06B-B55AFD75A176}" type="pres">
      <dgm:prSet presAssocID="{103934B7-CEC9-472B-AD7B-FBD270555072}" presName="node" presStyleLbl="node1" presStyleIdx="14" presStyleCnt="15">
        <dgm:presLayoutVars>
          <dgm:bulletEnabled val="1"/>
        </dgm:presLayoutVars>
      </dgm:prSet>
      <dgm:spPr/>
    </dgm:pt>
  </dgm:ptLst>
  <dgm:cxnLst>
    <dgm:cxn modelId="{6F1C1D07-9D90-413D-8148-90C8AC711990}" type="presOf" srcId="{4157C90C-6BD2-47F6-833A-DB8A615D8A99}" destId="{54B9ADE5-807E-476C-AD8F-4C3C2054A439}" srcOrd="0" destOrd="0" presId="urn:microsoft.com/office/officeart/2005/8/layout/default"/>
    <dgm:cxn modelId="{47F3F50D-23C8-46DA-B429-F654EAF80BF6}" srcId="{A272171E-0F2D-42BC-8C7E-5B0653755A74}" destId="{DF26692A-24DE-4009-B08E-76DC03E62FDF}" srcOrd="6" destOrd="0" parTransId="{1480BC0C-352B-4E22-9CE8-E1896075CF15}" sibTransId="{D3C31332-7EFF-41B7-90A5-F38DD12EA14C}"/>
    <dgm:cxn modelId="{25585A0F-D9A0-4CE2-B17D-36105CC19DCA}" srcId="{A272171E-0F2D-42BC-8C7E-5B0653755A74}" destId="{B23C3DD0-B518-47D2-8C69-D91B466E6A5C}" srcOrd="12" destOrd="0" parTransId="{90BE0269-7120-46FA-BBC3-70B91FD38374}" sibTransId="{C4E095B2-8357-465E-996B-04C4BCE7138A}"/>
    <dgm:cxn modelId="{05F66D21-E95E-4FE5-97E7-9F082F647A4F}" type="presOf" srcId="{648E2BBF-0C01-4DD0-8B50-6AA9E1B12882}" destId="{46E3EBFA-2E6E-40D9-AF7C-B2C8C317750A}" srcOrd="0" destOrd="0" presId="urn:microsoft.com/office/officeart/2005/8/layout/default"/>
    <dgm:cxn modelId="{1FA5F028-304E-4C02-BDEA-C549F75F6A8A}" srcId="{A272171E-0F2D-42BC-8C7E-5B0653755A74}" destId="{134599CA-4CED-4478-91A5-7C917D0A3BAB}" srcOrd="1" destOrd="0" parTransId="{971204DC-E27A-4263-B7D9-A568033C5790}" sibTransId="{0DD32D63-8C99-4489-8412-1CA92A99333C}"/>
    <dgm:cxn modelId="{F297F52B-D7DE-4BC2-A28E-CA90C65D0434}" type="presOf" srcId="{A6BACC6A-2618-4006-BC7A-7ACDDFBA52AD}" destId="{4D06E3A0-1811-4C9E-8173-4CFEDCAFAD54}" srcOrd="0" destOrd="0" presId="urn:microsoft.com/office/officeart/2005/8/layout/default"/>
    <dgm:cxn modelId="{2B3EE538-6AD9-4F88-91D2-4A47A6A1E9D5}" srcId="{A272171E-0F2D-42BC-8C7E-5B0653755A74}" destId="{77711343-5EAC-40FE-9505-5863A5B8CB13}" srcOrd="13" destOrd="0" parTransId="{B32BB65D-539E-445E-A2C5-1D3C5A86D65E}" sibTransId="{0B2E6B5B-A2DC-4D2A-8300-432FE2E9D508}"/>
    <dgm:cxn modelId="{23029761-34F4-4BB6-949B-F18107329960}" srcId="{A272171E-0F2D-42BC-8C7E-5B0653755A74}" destId="{C7A9AAB1-DFE8-429B-9076-E7174C005F40}" srcOrd="9" destOrd="0" parTransId="{AA000F7E-AC9A-4732-9408-F5F102E47A9E}" sibTransId="{8DD4F553-D806-4050-8B82-3850243C357B}"/>
    <dgm:cxn modelId="{1B98F863-44E5-4A92-898F-535A85834B3D}" type="presOf" srcId="{9BF49BBB-EB92-409D-94BD-121C1840F041}" destId="{16FFE033-2A37-4F39-967C-629B4EDD6123}" srcOrd="0" destOrd="0" presId="urn:microsoft.com/office/officeart/2005/8/layout/default"/>
    <dgm:cxn modelId="{72C7CA6E-34D0-4A2B-BAE4-E96F72FE3FB3}" type="presOf" srcId="{A6DC6127-37E3-4486-865E-AC623590D747}" destId="{B04BAD66-531C-412F-BECA-40E562731D2C}" srcOrd="0" destOrd="0" presId="urn:microsoft.com/office/officeart/2005/8/layout/default"/>
    <dgm:cxn modelId="{B1A09A53-9633-4030-9D4F-BF2358DBA599}" type="presOf" srcId="{84456E96-6F14-4C94-9735-788E50FAEDF8}" destId="{70C821A3-0463-470C-BE0E-5061E26966F7}" srcOrd="0" destOrd="0" presId="urn:microsoft.com/office/officeart/2005/8/layout/default"/>
    <dgm:cxn modelId="{D0B2D973-23D2-4795-923B-CDA04E9E85D0}" type="presOf" srcId="{58EA9686-3108-41A5-86E9-DA483DE379C0}" destId="{660E69D0-D3AA-4080-BA62-0D63C2A56FC1}" srcOrd="0" destOrd="0" presId="urn:microsoft.com/office/officeart/2005/8/layout/default"/>
    <dgm:cxn modelId="{C84CE959-BC2F-4915-A5F2-359A8B061B69}" type="presOf" srcId="{B23C3DD0-B518-47D2-8C69-D91B466E6A5C}" destId="{E356688C-8E34-4992-A44D-831B65E90A93}" srcOrd="0" destOrd="0" presId="urn:microsoft.com/office/officeart/2005/8/layout/default"/>
    <dgm:cxn modelId="{EF9BF379-C701-4506-A3D3-A1DED74306EC}" srcId="{A272171E-0F2D-42BC-8C7E-5B0653755A74}" destId="{A6DC6127-37E3-4486-865E-AC623590D747}" srcOrd="11" destOrd="0" parTransId="{ED0F89EF-119B-4478-B792-E1EEDE2E532B}" sibTransId="{311CF8D4-5979-43F0-A94B-2BA9056FFD1C}"/>
    <dgm:cxn modelId="{3FD1FA87-E355-4908-9C32-E94D4BB6BAA8}" srcId="{A272171E-0F2D-42BC-8C7E-5B0653755A74}" destId="{648E2BBF-0C01-4DD0-8B50-6AA9E1B12882}" srcOrd="4" destOrd="0" parTransId="{64E0C95B-8883-4CF1-A0F7-13C2CAC3AD93}" sibTransId="{8F33EBDE-6E32-430D-A55E-9963FBEBAB0A}"/>
    <dgm:cxn modelId="{19D5DDA0-326B-40D9-A3B2-FCA7ABAAAEE8}" type="presOf" srcId="{DF26692A-24DE-4009-B08E-76DC03E62FDF}" destId="{CAA7FFE5-3C6B-463D-99A2-5A7BA89ECA65}" srcOrd="0" destOrd="0" presId="urn:microsoft.com/office/officeart/2005/8/layout/default"/>
    <dgm:cxn modelId="{1D49A4A1-4E15-45D3-9CC0-0DA5CD3BEC32}" srcId="{A272171E-0F2D-42BC-8C7E-5B0653755A74}" destId="{306D62A8-7CCE-41AF-A0C1-EA4E411817F7}" srcOrd="0" destOrd="0" parTransId="{7277E55F-31F3-4A3C-B84B-08BE7F545C90}" sibTransId="{9D05AFA7-C584-460F-AE33-93F906D519E9}"/>
    <dgm:cxn modelId="{4A18CBA9-37F4-43AE-AA1D-0EBA27E09BFA}" type="presOf" srcId="{C7A9AAB1-DFE8-429B-9076-E7174C005F40}" destId="{79B39EB2-CA98-42C1-9680-C22DBD1E44C0}" srcOrd="0" destOrd="0" presId="urn:microsoft.com/office/officeart/2005/8/layout/default"/>
    <dgm:cxn modelId="{945359BF-1EED-463C-88EC-7B3A01729676}" srcId="{A272171E-0F2D-42BC-8C7E-5B0653755A74}" destId="{6E5F338C-C3B0-457E-BD51-B45EA5A348BB}" srcOrd="2" destOrd="0" parTransId="{67D04700-1181-4CAC-AE06-27F9762468ED}" sibTransId="{A0EBD6BD-C4D1-4D3C-ACB0-F2DEF7B4212D}"/>
    <dgm:cxn modelId="{02337DBF-AD14-44AE-8A58-9563296F14A4}" type="presOf" srcId="{A272171E-0F2D-42BC-8C7E-5B0653755A74}" destId="{725CFFCC-02D7-42B6-A5CD-DADC5F834407}" srcOrd="0" destOrd="0" presId="urn:microsoft.com/office/officeart/2005/8/layout/default"/>
    <dgm:cxn modelId="{52EAB6BF-1CAA-47A3-A13B-AF33DFFC862D}" srcId="{A272171E-0F2D-42BC-8C7E-5B0653755A74}" destId="{84456E96-6F14-4C94-9735-788E50FAEDF8}" srcOrd="7" destOrd="0" parTransId="{5C1BB4B2-4B39-4E6C-BDEF-47151F3A267F}" sibTransId="{6AD035E0-90D8-49CE-B332-413E59596BE5}"/>
    <dgm:cxn modelId="{230104C9-7A8E-4CA6-B4C7-1E899A5527C7}" srcId="{A272171E-0F2D-42BC-8C7E-5B0653755A74}" destId="{58EA9686-3108-41A5-86E9-DA483DE379C0}" srcOrd="10" destOrd="0" parTransId="{23A89246-1E2F-4187-BC9B-710257D21101}" sibTransId="{F6FB6CB1-5315-4F90-A4A5-FD367FCBD6D8}"/>
    <dgm:cxn modelId="{74FDDBCD-CD3B-4E42-A1E1-E73C97FD85A6}" srcId="{A272171E-0F2D-42BC-8C7E-5B0653755A74}" destId="{103934B7-CEC9-472B-AD7B-FBD270555072}" srcOrd="14" destOrd="0" parTransId="{AAB883F3-03C7-47C7-856B-C85E716BD552}" sibTransId="{5F0D83D3-4948-476B-BA53-F4DBA3BA993E}"/>
    <dgm:cxn modelId="{EB1DE5D1-3776-4A5E-BB7A-AE81249510D0}" srcId="{A272171E-0F2D-42BC-8C7E-5B0653755A74}" destId="{9BF49BBB-EB92-409D-94BD-121C1840F041}" srcOrd="5" destOrd="0" parTransId="{07137CFB-DB19-4CB8-ACD6-7946A20C3111}" sibTransId="{3D097259-1891-4346-A0ED-65B71A88B05C}"/>
    <dgm:cxn modelId="{1395ACD3-87BD-46DD-9F23-C37E8C638943}" type="presOf" srcId="{134599CA-4CED-4478-91A5-7C917D0A3BAB}" destId="{D2AAB245-D88B-4DAB-B4DB-3CA5814B3408}" srcOrd="0" destOrd="0" presId="urn:microsoft.com/office/officeart/2005/8/layout/default"/>
    <dgm:cxn modelId="{EAF047D4-5D94-4F14-9E09-6252CDD6DFDD}" type="presOf" srcId="{103934B7-CEC9-472B-AD7B-FBD270555072}" destId="{470FD6B9-8AA5-45D0-B06B-B55AFD75A176}" srcOrd="0" destOrd="0" presId="urn:microsoft.com/office/officeart/2005/8/layout/default"/>
    <dgm:cxn modelId="{5D8046D5-1D83-4A8C-881B-4114E9B59D62}" srcId="{A272171E-0F2D-42BC-8C7E-5B0653755A74}" destId="{4157C90C-6BD2-47F6-833A-DB8A615D8A99}" srcOrd="8" destOrd="0" parTransId="{CA8B2E3A-CC87-4572-A563-DDBA1711B22A}" sibTransId="{DEE46EA6-9024-4BE7-974A-C726A57E2843}"/>
    <dgm:cxn modelId="{D4316AE0-E37B-475C-9F2D-460418A8B5B0}" type="presOf" srcId="{77711343-5EAC-40FE-9505-5863A5B8CB13}" destId="{43F4897E-DDC3-4413-B9FD-563DA043E7D6}" srcOrd="0" destOrd="0" presId="urn:microsoft.com/office/officeart/2005/8/layout/default"/>
    <dgm:cxn modelId="{373DDCE4-EA4E-4AF3-83E3-8730B14E962F}" srcId="{A272171E-0F2D-42BC-8C7E-5B0653755A74}" destId="{A6BACC6A-2618-4006-BC7A-7ACDDFBA52AD}" srcOrd="3" destOrd="0" parTransId="{30DF9D0C-092B-4726-931C-9E17F448B0AA}" sibTransId="{DC31EEF6-F699-42E0-A75B-E745919BB643}"/>
    <dgm:cxn modelId="{566FF8ED-ACDC-4FE4-BA67-7C424E23B53E}" type="presOf" srcId="{306D62A8-7CCE-41AF-A0C1-EA4E411817F7}" destId="{63EDF6B0-EABA-4FB6-AA81-73951A34C7A0}" srcOrd="0" destOrd="0" presId="urn:microsoft.com/office/officeart/2005/8/layout/default"/>
    <dgm:cxn modelId="{B162A9EE-15F0-4DDC-9E69-DCBC3DC8AF2E}" type="presOf" srcId="{6E5F338C-C3B0-457E-BD51-B45EA5A348BB}" destId="{D696B6CF-F480-4D4A-B3FE-99B9C6E0B86B}" srcOrd="0" destOrd="0" presId="urn:microsoft.com/office/officeart/2005/8/layout/default"/>
    <dgm:cxn modelId="{CFEE9FBE-A106-44C3-9AFF-CF7A95CB20B6}" type="presParOf" srcId="{725CFFCC-02D7-42B6-A5CD-DADC5F834407}" destId="{63EDF6B0-EABA-4FB6-AA81-73951A34C7A0}" srcOrd="0" destOrd="0" presId="urn:microsoft.com/office/officeart/2005/8/layout/default"/>
    <dgm:cxn modelId="{262ADA29-360C-4BA3-83BA-C7C4460BD396}" type="presParOf" srcId="{725CFFCC-02D7-42B6-A5CD-DADC5F834407}" destId="{8F3B89DC-637C-4696-AA17-AA56C2F4CD29}" srcOrd="1" destOrd="0" presId="urn:microsoft.com/office/officeart/2005/8/layout/default"/>
    <dgm:cxn modelId="{A9D56476-6F58-4671-9505-EA3BBC06C340}" type="presParOf" srcId="{725CFFCC-02D7-42B6-A5CD-DADC5F834407}" destId="{D2AAB245-D88B-4DAB-B4DB-3CA5814B3408}" srcOrd="2" destOrd="0" presId="urn:microsoft.com/office/officeart/2005/8/layout/default"/>
    <dgm:cxn modelId="{9CF9DC22-1F2E-4EE6-96C2-35FA8003D348}" type="presParOf" srcId="{725CFFCC-02D7-42B6-A5CD-DADC5F834407}" destId="{E7E79324-FAB1-4D1A-B185-E23CEC5CBD90}" srcOrd="3" destOrd="0" presId="urn:microsoft.com/office/officeart/2005/8/layout/default"/>
    <dgm:cxn modelId="{F502911D-35E0-4D89-BF3F-52189029C336}" type="presParOf" srcId="{725CFFCC-02D7-42B6-A5CD-DADC5F834407}" destId="{D696B6CF-F480-4D4A-B3FE-99B9C6E0B86B}" srcOrd="4" destOrd="0" presId="urn:microsoft.com/office/officeart/2005/8/layout/default"/>
    <dgm:cxn modelId="{55CF663A-B33F-4ABC-A2CF-75FD1C1D80DD}" type="presParOf" srcId="{725CFFCC-02D7-42B6-A5CD-DADC5F834407}" destId="{56E94F45-4331-4638-9F4E-C13FD572BAA8}" srcOrd="5" destOrd="0" presId="urn:microsoft.com/office/officeart/2005/8/layout/default"/>
    <dgm:cxn modelId="{77761D9F-6AF3-4BFB-895A-858D0458F4A9}" type="presParOf" srcId="{725CFFCC-02D7-42B6-A5CD-DADC5F834407}" destId="{4D06E3A0-1811-4C9E-8173-4CFEDCAFAD54}" srcOrd="6" destOrd="0" presId="urn:microsoft.com/office/officeart/2005/8/layout/default"/>
    <dgm:cxn modelId="{D68E3D3A-003E-4E99-99AE-156C64F2F819}" type="presParOf" srcId="{725CFFCC-02D7-42B6-A5CD-DADC5F834407}" destId="{F282AC7A-5294-4231-A898-6A09A04CF5B2}" srcOrd="7" destOrd="0" presId="urn:microsoft.com/office/officeart/2005/8/layout/default"/>
    <dgm:cxn modelId="{144DA87D-95FF-4F70-86AD-0D155F6DD55E}" type="presParOf" srcId="{725CFFCC-02D7-42B6-A5CD-DADC5F834407}" destId="{46E3EBFA-2E6E-40D9-AF7C-B2C8C317750A}" srcOrd="8" destOrd="0" presId="urn:microsoft.com/office/officeart/2005/8/layout/default"/>
    <dgm:cxn modelId="{98A5D7B6-E99A-4092-9633-84B1E67997F7}" type="presParOf" srcId="{725CFFCC-02D7-42B6-A5CD-DADC5F834407}" destId="{EC998961-A11B-4045-9C2A-92EE6C9E451E}" srcOrd="9" destOrd="0" presId="urn:microsoft.com/office/officeart/2005/8/layout/default"/>
    <dgm:cxn modelId="{58039779-C660-407C-A723-1D89416EC4DF}" type="presParOf" srcId="{725CFFCC-02D7-42B6-A5CD-DADC5F834407}" destId="{16FFE033-2A37-4F39-967C-629B4EDD6123}" srcOrd="10" destOrd="0" presId="urn:microsoft.com/office/officeart/2005/8/layout/default"/>
    <dgm:cxn modelId="{5291B82D-75C1-42AD-9A2D-C77D67AD1953}" type="presParOf" srcId="{725CFFCC-02D7-42B6-A5CD-DADC5F834407}" destId="{F270B1A5-5B04-4781-92F4-725DC45D9FCA}" srcOrd="11" destOrd="0" presId="urn:microsoft.com/office/officeart/2005/8/layout/default"/>
    <dgm:cxn modelId="{25BDA127-ECC3-4F47-954D-3B89DD384668}" type="presParOf" srcId="{725CFFCC-02D7-42B6-A5CD-DADC5F834407}" destId="{CAA7FFE5-3C6B-463D-99A2-5A7BA89ECA65}" srcOrd="12" destOrd="0" presId="urn:microsoft.com/office/officeart/2005/8/layout/default"/>
    <dgm:cxn modelId="{AAFFE674-BAEE-4642-A4FD-011B971EAC50}" type="presParOf" srcId="{725CFFCC-02D7-42B6-A5CD-DADC5F834407}" destId="{0EA220E5-5780-4183-9FDD-B1129BF11567}" srcOrd="13" destOrd="0" presId="urn:microsoft.com/office/officeart/2005/8/layout/default"/>
    <dgm:cxn modelId="{F5772752-665F-4B3D-899B-7B4414A956BD}" type="presParOf" srcId="{725CFFCC-02D7-42B6-A5CD-DADC5F834407}" destId="{70C821A3-0463-470C-BE0E-5061E26966F7}" srcOrd="14" destOrd="0" presId="urn:microsoft.com/office/officeart/2005/8/layout/default"/>
    <dgm:cxn modelId="{573B67F7-90EC-4FE0-83C1-5638B2136346}" type="presParOf" srcId="{725CFFCC-02D7-42B6-A5CD-DADC5F834407}" destId="{7E77B384-D3D8-4BDB-8411-F6B4107DD064}" srcOrd="15" destOrd="0" presId="urn:microsoft.com/office/officeart/2005/8/layout/default"/>
    <dgm:cxn modelId="{360D4C41-AF1E-44F3-B621-838562783863}" type="presParOf" srcId="{725CFFCC-02D7-42B6-A5CD-DADC5F834407}" destId="{54B9ADE5-807E-476C-AD8F-4C3C2054A439}" srcOrd="16" destOrd="0" presId="urn:microsoft.com/office/officeart/2005/8/layout/default"/>
    <dgm:cxn modelId="{386FA1A1-10F2-481D-A3D5-96CDF191B3A9}" type="presParOf" srcId="{725CFFCC-02D7-42B6-A5CD-DADC5F834407}" destId="{29E94678-A3C1-4496-B0DA-6227BA44B72C}" srcOrd="17" destOrd="0" presId="urn:microsoft.com/office/officeart/2005/8/layout/default"/>
    <dgm:cxn modelId="{7A884AE3-C7F8-48D2-AFDF-12BEDF63E168}" type="presParOf" srcId="{725CFFCC-02D7-42B6-A5CD-DADC5F834407}" destId="{79B39EB2-CA98-42C1-9680-C22DBD1E44C0}" srcOrd="18" destOrd="0" presId="urn:microsoft.com/office/officeart/2005/8/layout/default"/>
    <dgm:cxn modelId="{02F32902-7E22-4081-8FE8-689E09788469}" type="presParOf" srcId="{725CFFCC-02D7-42B6-A5CD-DADC5F834407}" destId="{F3BF5400-7BE7-4132-A678-6455FED12C23}" srcOrd="19" destOrd="0" presId="urn:microsoft.com/office/officeart/2005/8/layout/default"/>
    <dgm:cxn modelId="{5C4E37BD-2428-4DEB-B4BF-132E0B9FD301}" type="presParOf" srcId="{725CFFCC-02D7-42B6-A5CD-DADC5F834407}" destId="{660E69D0-D3AA-4080-BA62-0D63C2A56FC1}" srcOrd="20" destOrd="0" presId="urn:microsoft.com/office/officeart/2005/8/layout/default"/>
    <dgm:cxn modelId="{2DBB6C12-7C0B-4AEF-9D59-F3C28D799C75}" type="presParOf" srcId="{725CFFCC-02D7-42B6-A5CD-DADC5F834407}" destId="{55893B03-F5E1-4311-B027-74E3E96E4525}" srcOrd="21" destOrd="0" presId="urn:microsoft.com/office/officeart/2005/8/layout/default"/>
    <dgm:cxn modelId="{84D7949F-3AB4-45FA-9846-AB3EF947393B}" type="presParOf" srcId="{725CFFCC-02D7-42B6-A5CD-DADC5F834407}" destId="{B04BAD66-531C-412F-BECA-40E562731D2C}" srcOrd="22" destOrd="0" presId="urn:microsoft.com/office/officeart/2005/8/layout/default"/>
    <dgm:cxn modelId="{5DD3E0CB-3BB3-4A5C-B190-04D8164D074D}" type="presParOf" srcId="{725CFFCC-02D7-42B6-A5CD-DADC5F834407}" destId="{83599EC5-5C2E-47EA-A3D4-E5A169569767}" srcOrd="23" destOrd="0" presId="urn:microsoft.com/office/officeart/2005/8/layout/default"/>
    <dgm:cxn modelId="{8D958490-EAC6-403A-B1A7-87F7D02D58C8}" type="presParOf" srcId="{725CFFCC-02D7-42B6-A5CD-DADC5F834407}" destId="{E356688C-8E34-4992-A44D-831B65E90A93}" srcOrd="24" destOrd="0" presId="urn:microsoft.com/office/officeart/2005/8/layout/default"/>
    <dgm:cxn modelId="{EB52D148-C7C8-4176-80A8-2FD520A29E61}" type="presParOf" srcId="{725CFFCC-02D7-42B6-A5CD-DADC5F834407}" destId="{7CF05721-A102-4AC0-A0D4-77212F5519C3}" srcOrd="25" destOrd="0" presId="urn:microsoft.com/office/officeart/2005/8/layout/default"/>
    <dgm:cxn modelId="{14262830-A819-477D-91AA-17A7379612B0}" type="presParOf" srcId="{725CFFCC-02D7-42B6-A5CD-DADC5F834407}" destId="{43F4897E-DDC3-4413-B9FD-563DA043E7D6}" srcOrd="26" destOrd="0" presId="urn:microsoft.com/office/officeart/2005/8/layout/default"/>
    <dgm:cxn modelId="{5CA7352D-93B7-4442-9DA4-C79A8DD88030}" type="presParOf" srcId="{725CFFCC-02D7-42B6-A5CD-DADC5F834407}" destId="{75A55290-4ABE-4398-9B57-A49BEBCB490D}" srcOrd="27" destOrd="0" presId="urn:microsoft.com/office/officeart/2005/8/layout/default"/>
    <dgm:cxn modelId="{572CB76B-D012-4C59-86B4-C15272C644BB}" type="presParOf" srcId="{725CFFCC-02D7-42B6-A5CD-DADC5F834407}" destId="{470FD6B9-8AA5-45D0-B06B-B55AFD75A176}" srcOrd="2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DF6B0-EABA-4FB6-AA81-73951A34C7A0}">
      <dsp:nvSpPr>
        <dsp:cNvPr id="0" name=""/>
        <dsp:cNvSpPr/>
      </dsp:nvSpPr>
      <dsp:spPr>
        <a:xfrm>
          <a:off x="5602" y="111171"/>
          <a:ext cx="3033432" cy="18200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accounts_user: Usuarios, roles y perfil; base para permisos y ownership.</a:t>
          </a:r>
          <a:endParaRPr lang="en-US" sz="1500" kern="1200"/>
        </a:p>
      </dsp:txBody>
      <dsp:txXfrm>
        <a:off x="5602" y="111171"/>
        <a:ext cx="3033432" cy="1820059"/>
      </dsp:txXfrm>
    </dsp:sp>
    <dsp:sp modelId="{D2AAB245-D88B-4DAB-B4DB-3CA5814B3408}">
      <dsp:nvSpPr>
        <dsp:cNvPr id="0" name=""/>
        <dsp:cNvSpPr/>
      </dsp:nvSpPr>
      <dsp:spPr>
        <a:xfrm>
          <a:off x="3342378" y="111171"/>
          <a:ext cx="3033432" cy="1820059"/>
        </a:xfrm>
        <a:prstGeom prst="rect">
          <a:avLst/>
        </a:prstGeom>
        <a:solidFill>
          <a:schemeClr val="accent2">
            <a:hueOff val="334394"/>
            <a:satOff val="-417"/>
            <a:lumOff val="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accounts_loginlog / registrationlog / useractivitylog: accesos, registros y acciones.</a:t>
          </a:r>
          <a:endParaRPr lang="en-US" sz="1500" kern="1200"/>
        </a:p>
      </dsp:txBody>
      <dsp:txXfrm>
        <a:off x="3342378" y="111171"/>
        <a:ext cx="3033432" cy="1820059"/>
      </dsp:txXfrm>
    </dsp:sp>
    <dsp:sp modelId="{D696B6CF-F480-4D4A-B3FE-99B9C6E0B86B}">
      <dsp:nvSpPr>
        <dsp:cNvPr id="0" name=""/>
        <dsp:cNvSpPr/>
      </dsp:nvSpPr>
      <dsp:spPr>
        <a:xfrm>
          <a:off x="6679155" y="111171"/>
          <a:ext cx="3033432" cy="1820059"/>
        </a:xfrm>
        <a:prstGeom prst="rect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campuses_sede / campus_map_* / campuses_recorrido: Catálogo de sedes y mapas (tours).</a:t>
          </a:r>
          <a:endParaRPr lang="en-US" sz="1500" kern="1200"/>
        </a:p>
      </dsp:txBody>
      <dsp:txXfrm>
        <a:off x="6679155" y="111171"/>
        <a:ext cx="3033432" cy="1820059"/>
      </dsp:txXfrm>
    </dsp:sp>
    <dsp:sp modelId="{4D06E3A0-1811-4C9E-8173-4CFEDCAFAD54}">
      <dsp:nvSpPr>
        <dsp:cNvPr id="0" name=""/>
        <dsp:cNvSpPr/>
      </dsp:nvSpPr>
      <dsp:spPr>
        <a:xfrm>
          <a:off x="10015931" y="111171"/>
          <a:ext cx="3033432" cy="1820059"/>
        </a:xfrm>
        <a:prstGeom prst="rect">
          <a:avLst/>
        </a:prstGeom>
        <a:solidFill>
          <a:schemeClr val="accent2">
            <a:hueOff val="1003183"/>
            <a:satOff val="-1251"/>
            <a:lumOff val="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market_producto / market_categoriaproducto: Marketplace (publicaciones, categorías, vendedor).</a:t>
          </a:r>
          <a:endParaRPr lang="en-US" sz="1500" kern="1200"/>
        </a:p>
      </dsp:txBody>
      <dsp:txXfrm>
        <a:off x="10015931" y="111171"/>
        <a:ext cx="3033432" cy="1820059"/>
      </dsp:txXfrm>
    </dsp:sp>
    <dsp:sp modelId="{46E3EBFA-2E6E-40D9-AF7C-B2C8C317750A}">
      <dsp:nvSpPr>
        <dsp:cNvPr id="0" name=""/>
        <dsp:cNvSpPr/>
      </dsp:nvSpPr>
      <dsp:spPr>
        <a:xfrm>
          <a:off x="13352707" y="111171"/>
          <a:ext cx="3033432" cy="1820059"/>
        </a:xfrm>
        <a:prstGeom prst="rect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market_productoanalytics / productofavorito / productoreporte: Métricas, favoritos y reportes de marketplace.</a:t>
          </a:r>
          <a:endParaRPr lang="en-US" sz="1500" kern="1200"/>
        </a:p>
      </dsp:txBody>
      <dsp:txXfrm>
        <a:off x="13352707" y="111171"/>
        <a:ext cx="3033432" cy="1820059"/>
      </dsp:txXfrm>
    </dsp:sp>
    <dsp:sp modelId="{16FFE033-2A37-4F39-967C-629B4EDD6123}">
      <dsp:nvSpPr>
        <dsp:cNvPr id="0" name=""/>
        <dsp:cNvSpPr/>
      </dsp:nvSpPr>
      <dsp:spPr>
        <a:xfrm>
          <a:off x="5602" y="2234574"/>
          <a:ext cx="3033432" cy="1820059"/>
        </a:xfrm>
        <a:prstGeom prst="rect">
          <a:avLst/>
        </a:prstGeom>
        <a:solidFill>
          <a:schemeClr val="accent2">
            <a:hueOff val="1671971"/>
            <a:satOff val="-2085"/>
            <a:lumOff val="4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forum_post / forum_comentario / forum_foro: Publicaciones, comentarios y foros.</a:t>
          </a:r>
          <a:endParaRPr lang="en-US" sz="1500" kern="1200"/>
        </a:p>
      </dsp:txBody>
      <dsp:txXfrm>
        <a:off x="5602" y="2234574"/>
        <a:ext cx="3033432" cy="1820059"/>
      </dsp:txXfrm>
    </dsp:sp>
    <dsp:sp modelId="{CAA7FFE5-3C6B-463D-99A2-5A7BA89ECA65}">
      <dsp:nvSpPr>
        <dsp:cNvPr id="0" name=""/>
        <dsp:cNvSpPr/>
      </dsp:nvSpPr>
      <dsp:spPr>
        <a:xfrm>
          <a:off x="3342378" y="2234574"/>
          <a:ext cx="3033432" cy="1820059"/>
        </a:xfrm>
        <a:prstGeom prst="rect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polls_poll (+ opciones, votos, analytics, sedes): Encuestas.</a:t>
          </a:r>
          <a:endParaRPr lang="en-US" sz="1500" kern="1200"/>
        </a:p>
      </dsp:txBody>
      <dsp:txXfrm>
        <a:off x="3342378" y="2234574"/>
        <a:ext cx="3033432" cy="1820059"/>
      </dsp:txXfrm>
    </dsp:sp>
    <dsp:sp modelId="{70C821A3-0463-470C-BE0E-5061E26966F7}">
      <dsp:nvSpPr>
        <dsp:cNvPr id="0" name=""/>
        <dsp:cNvSpPr/>
      </dsp:nvSpPr>
      <dsp:spPr>
        <a:xfrm>
          <a:off x="6679155" y="2234574"/>
          <a:ext cx="3033432" cy="1820059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reports_reporte / reportemedia: Reportes de incidencias con adjuntos.</a:t>
          </a:r>
          <a:endParaRPr lang="en-US" sz="1500" kern="1200"/>
        </a:p>
      </dsp:txBody>
      <dsp:txXfrm>
        <a:off x="6679155" y="2234574"/>
        <a:ext cx="3033432" cy="1820059"/>
      </dsp:txXfrm>
    </dsp:sp>
    <dsp:sp modelId="{54B9ADE5-807E-476C-AD8F-4C3C2054A439}">
      <dsp:nvSpPr>
        <dsp:cNvPr id="0" name=""/>
        <dsp:cNvSpPr/>
      </dsp:nvSpPr>
      <dsp:spPr>
        <a:xfrm>
          <a:off x="10015931" y="2234574"/>
          <a:ext cx="3033432" cy="1820059"/>
        </a:xfrm>
        <a:prstGeom prst="rect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portfolio_* (experiencia, habilidad, logro, proyecto, config, analytics, sugerencia): Portafolios de usuario.</a:t>
          </a:r>
          <a:endParaRPr lang="en-US" sz="1500" kern="1200"/>
        </a:p>
      </dsp:txBody>
      <dsp:txXfrm>
        <a:off x="10015931" y="2234574"/>
        <a:ext cx="3033432" cy="1820059"/>
      </dsp:txXfrm>
    </dsp:sp>
    <dsp:sp modelId="{79B39EB2-CA98-42C1-9680-C22DBD1E44C0}">
      <dsp:nvSpPr>
        <dsp:cNvPr id="0" name=""/>
        <dsp:cNvSpPr/>
      </dsp:nvSpPr>
      <dsp:spPr>
        <a:xfrm>
          <a:off x="13352707" y="2234574"/>
          <a:ext cx="3033432" cy="1820059"/>
        </a:xfrm>
        <a:prstGeom prst="rect">
          <a:avLst/>
        </a:prstGeom>
        <a:solidFill>
          <a:schemeClr val="accent2">
            <a:hueOff val="3009548"/>
            <a:satOff val="-3754"/>
            <a:lumOff val="88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notifications_*: Plantillas, preferencias, envíos y suscripciones push.</a:t>
          </a:r>
          <a:endParaRPr lang="en-US" sz="1500" kern="1200"/>
        </a:p>
      </dsp:txBody>
      <dsp:txXfrm>
        <a:off x="13352707" y="2234574"/>
        <a:ext cx="3033432" cy="1820059"/>
      </dsp:txXfrm>
    </dsp:sp>
    <dsp:sp modelId="{660E69D0-D3AA-4080-BA62-0D63C2A56FC1}">
      <dsp:nvSpPr>
        <dsp:cNvPr id="0" name=""/>
        <dsp:cNvSpPr/>
      </dsp:nvSpPr>
      <dsp:spPr>
        <a:xfrm>
          <a:off x="5602" y="4357977"/>
          <a:ext cx="3033432" cy="1820059"/>
        </a:xfrm>
        <a:prstGeom prst="rect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document_converter_conversionjob: Jobs de conversión de documentos.</a:t>
          </a:r>
          <a:endParaRPr lang="en-US" sz="1500" kern="1200"/>
        </a:p>
      </dsp:txBody>
      <dsp:txXfrm>
        <a:off x="5602" y="4357977"/>
        <a:ext cx="3033432" cy="1820059"/>
      </dsp:txXfrm>
    </dsp:sp>
    <dsp:sp modelId="{B04BAD66-531C-412F-BECA-40E562731D2C}">
      <dsp:nvSpPr>
        <dsp:cNvPr id="0" name=""/>
        <dsp:cNvSpPr/>
      </dsp:nvSpPr>
      <dsp:spPr>
        <a:xfrm>
          <a:off x="3342378" y="4357977"/>
          <a:ext cx="3033432" cy="1820059"/>
        </a:xfrm>
        <a:prstGeom prst="rect">
          <a:avLst/>
        </a:prstGeom>
        <a:solidFill>
          <a:schemeClr val="accent2">
            <a:hueOff val="3678336"/>
            <a:satOff val="-4588"/>
            <a:lumOff val="10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otec_curso / otec_clasevideo: Cursos y sus clases en video.</a:t>
          </a:r>
          <a:endParaRPr lang="en-US" sz="1500" kern="1200"/>
        </a:p>
      </dsp:txBody>
      <dsp:txXfrm>
        <a:off x="3342378" y="4357977"/>
        <a:ext cx="3033432" cy="1820059"/>
      </dsp:txXfrm>
    </dsp:sp>
    <dsp:sp modelId="{E356688C-8E34-4992-A44D-831B65E90A93}">
      <dsp:nvSpPr>
        <dsp:cNvPr id="0" name=""/>
        <dsp:cNvSpPr/>
      </dsp:nvSpPr>
      <dsp:spPr>
        <a:xfrm>
          <a:off x="6679155" y="4357977"/>
          <a:ext cx="3033432" cy="1820059"/>
        </a:xfrm>
        <a:prstGeom prst="rect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wellbeing_bienestaritem: Contenidos de bienestar.</a:t>
          </a:r>
          <a:endParaRPr lang="en-US" sz="1500" kern="1200"/>
        </a:p>
      </dsp:txBody>
      <dsp:txXfrm>
        <a:off x="6679155" y="4357977"/>
        <a:ext cx="3033432" cy="1820059"/>
      </dsp:txXfrm>
    </dsp:sp>
    <dsp:sp modelId="{43F4897E-DDC3-4413-B9FD-563DA043E7D6}">
      <dsp:nvSpPr>
        <dsp:cNvPr id="0" name=""/>
        <dsp:cNvSpPr/>
      </dsp:nvSpPr>
      <dsp:spPr>
        <a:xfrm>
          <a:off x="10015931" y="4357977"/>
          <a:ext cx="3033432" cy="1820059"/>
        </a:xfrm>
        <a:prstGeom prst="rect">
          <a:avLst/>
        </a:prstGeom>
        <a:solidFill>
          <a:schemeClr val="accent2">
            <a:hueOff val="4347124"/>
            <a:satOff val="-5422"/>
            <a:lumOff val="1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token_blacklist_*: Tokens JWT emitidos y revocados (seguridad).</a:t>
          </a:r>
          <a:endParaRPr lang="en-US" sz="1500" kern="1200"/>
        </a:p>
      </dsp:txBody>
      <dsp:txXfrm>
        <a:off x="10015931" y="4357977"/>
        <a:ext cx="3033432" cy="1820059"/>
      </dsp:txXfrm>
    </dsp:sp>
    <dsp:sp modelId="{470FD6B9-8AA5-45D0-B06B-B55AFD75A176}">
      <dsp:nvSpPr>
        <dsp:cNvPr id="0" name=""/>
        <dsp:cNvSpPr/>
      </dsp:nvSpPr>
      <dsp:spPr>
        <a:xfrm>
          <a:off x="13352707" y="4357977"/>
          <a:ext cx="3033432" cy="1820059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/>
            <a:t>django_admin_log / auth_* / django_* / sessions: Infraestructura Django (permisos, sesiones, migraciones, auditoría).</a:t>
          </a:r>
          <a:endParaRPr lang="en-US" sz="1500" kern="1200"/>
        </a:p>
      </dsp:txBody>
      <dsp:txXfrm>
        <a:off x="13352707" y="4357977"/>
        <a:ext cx="3033432" cy="18200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6.png"/><Relationship Id="rId18" Type="http://schemas.openxmlformats.org/officeDocument/2006/relationships/image" Target="../media/image4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svg"/><Relationship Id="rId19" Type="http://schemas.openxmlformats.org/officeDocument/2006/relationships/image" Target="../media/image4.png"/><Relationship Id="rId4" Type="http://schemas.openxmlformats.org/officeDocument/2006/relationships/image" Target="../media/image27.svg"/><Relationship Id="rId9" Type="http://schemas.openxmlformats.org/officeDocument/2006/relationships/image" Target="../media/image32.png"/><Relationship Id="rId14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52.png"/><Relationship Id="rId18" Type="http://schemas.openxmlformats.org/officeDocument/2006/relationships/image" Target="../media/image5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sv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svg"/><Relationship Id="rId19" Type="http://schemas.openxmlformats.org/officeDocument/2006/relationships/image" Target="../media/image4.png"/><Relationship Id="rId4" Type="http://schemas.openxmlformats.org/officeDocument/2006/relationships/image" Target="../media/image43.svg"/><Relationship Id="rId9" Type="http://schemas.openxmlformats.org/officeDocument/2006/relationships/image" Target="../media/image48.png"/><Relationship Id="rId14" Type="http://schemas.openxmlformats.org/officeDocument/2006/relationships/image" Target="../media/image5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svg"/><Relationship Id="rId1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sv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Relationship Id="rId14" Type="http://schemas.openxmlformats.org/officeDocument/2006/relationships/image" Target="../media/image6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81852" y="1624113"/>
            <a:ext cx="7038775" cy="7038775"/>
          </a:xfrm>
          <a:custGeom>
            <a:avLst/>
            <a:gdLst/>
            <a:ahLst/>
            <a:cxnLst/>
            <a:rect l="l" t="t" r="r" b="b"/>
            <a:pathLst>
              <a:path w="7038775" h="7038775">
                <a:moveTo>
                  <a:pt x="0" y="0"/>
                </a:moveTo>
                <a:lnTo>
                  <a:pt x="7038775" y="0"/>
                </a:lnTo>
                <a:lnTo>
                  <a:pt x="7038775" y="7038774"/>
                </a:lnTo>
                <a:lnTo>
                  <a:pt x="0" y="7038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12714" y="1454974"/>
            <a:ext cx="7377051" cy="7377051"/>
          </a:xfrm>
          <a:custGeom>
            <a:avLst/>
            <a:gdLst/>
            <a:ahLst/>
            <a:cxnLst/>
            <a:rect l="l" t="t" r="r" b="b"/>
            <a:pathLst>
              <a:path w="7377051" h="7377051">
                <a:moveTo>
                  <a:pt x="0" y="0"/>
                </a:moveTo>
                <a:lnTo>
                  <a:pt x="7377051" y="0"/>
                </a:lnTo>
                <a:lnTo>
                  <a:pt x="7377051" y="7377052"/>
                </a:lnTo>
                <a:lnTo>
                  <a:pt x="0" y="73770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7850237" y="971847"/>
            <a:ext cx="9445526" cy="2811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880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PROYECTO </a:t>
            </a:r>
            <a:r>
              <a:rPr lang="en-US" sz="8800" b="1">
                <a:solidFill>
                  <a:srgbClr val="1E1E1A"/>
                </a:solidFill>
                <a:latin typeface="Arimo Bold"/>
                <a:ea typeface="Arimo Bold"/>
                <a:cs typeface="Arimo Bold"/>
                <a:sym typeface="Arimo Bold"/>
              </a:rPr>
              <a:t>STUDENTSPOINT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3774" y="4138904"/>
            <a:ext cx="6999536" cy="64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PRESENTACIÓN CAPSTONE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13774" y="4888254"/>
            <a:ext cx="3827710" cy="507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INTEGRANTES: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3774" y="5692223"/>
            <a:ext cx="9445526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Pablo Avendaño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13774" y="6189904"/>
            <a:ext cx="9445526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Darosh Luco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3774" y="6687586"/>
            <a:ext cx="9445526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1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Isaac Paz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7426555" y="3427076"/>
            <a:ext cx="3434889" cy="3396247"/>
          </a:xfrm>
          <a:custGeom>
            <a:avLst/>
            <a:gdLst/>
            <a:ahLst/>
            <a:cxnLst/>
            <a:rect l="l" t="t" r="r" b="b"/>
            <a:pathLst>
              <a:path w="3434889" h="3396247">
                <a:moveTo>
                  <a:pt x="0" y="0"/>
                </a:moveTo>
                <a:lnTo>
                  <a:pt x="3434890" y="0"/>
                </a:lnTo>
                <a:lnTo>
                  <a:pt x="3434890" y="3396246"/>
                </a:lnTo>
                <a:lnTo>
                  <a:pt x="0" y="339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992238" y="1294507"/>
            <a:ext cx="11425981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DESCRIPCIÓN DEL PROYECTO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312937"/>
            <a:ext cx="4611440" cy="56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Problema o dolor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7" y="3203079"/>
            <a:ext cx="16303526" cy="1380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Las plataformas institucionales actuales (usando como ejemplo a Blackboard) solo cubren la gestión académica digital, pero </a:t>
            </a:r>
            <a:r>
              <a:rPr lang="en-US" sz="2287" b="1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no acompañan al estudiante en la experiencia real del campus</a:t>
            </a: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Los estudiantes nuevos llegan </a:t>
            </a:r>
            <a:r>
              <a:rPr lang="en-US" sz="2287" b="1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desorientados</a:t>
            </a: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con ansiedad, sin herramientas visuales modernas para ubicarse ni espacios integrados para comunidad y bienestar.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055840"/>
            <a:ext cx="5954614" cy="56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Propuesta de solución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740376"/>
            <a:ext cx="16414671" cy="87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Crear StudentsPoint, una PWA instalable. Plataforma autónoma, diseñada a partir de los vacíos que dejan los 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LMS 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dicionales (ej.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Bla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ckboard) en orientación, comunidad y bi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</a:t>
            </a:r>
            <a:r>
              <a:rPr lang="en-US" sz="2187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 (LMS = Learning Management System)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7" y="6728072"/>
            <a:ext cx="1630352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Recorridos virtuales fotográficos de la sede.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7" y="7280821"/>
            <a:ext cx="1630352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Comunidad entre carreras mediante foros modernos y sencillos para todos.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7" y="7833569"/>
            <a:ext cx="1630352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Bienestar estudiantil según necesidades de cada carrera.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7" y="8386316"/>
            <a:ext cx="1630352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 err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Reportes</a:t>
            </a:r>
            <a:r>
              <a:rPr lang="en-US" sz="2187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 </a:t>
            </a:r>
            <a:r>
              <a:rPr lang="en-US" sz="2187" dirty="0" err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infraestructura</a:t>
            </a:r>
            <a:r>
              <a:rPr lang="en-US" sz="2187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 </a:t>
            </a:r>
            <a:r>
              <a:rPr lang="en-US" sz="2187" dirty="0" err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administración</a:t>
            </a:r>
            <a:r>
              <a:rPr lang="en-US" sz="2187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187" dirty="0" err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por</a:t>
            </a:r>
            <a:r>
              <a:rPr lang="en-US" sz="2187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187" dirty="0" err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sede</a:t>
            </a:r>
            <a:r>
              <a:rPr lang="en-US" sz="2187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DF81EB4-B4CC-D4B4-9375-56EC6AB62B29}"/>
              </a:ext>
            </a:extLst>
          </p:cNvPr>
          <p:cNvSpPr txBox="1"/>
          <p:nvPr/>
        </p:nvSpPr>
        <p:spPr>
          <a:xfrm>
            <a:off x="992236" y="8810178"/>
            <a:ext cx="1630352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Hacer un </a:t>
            </a:r>
            <a:r>
              <a:rPr lang="en-US" sz="2187" dirty="0" err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despliegue</a:t>
            </a:r>
            <a:r>
              <a:rPr lang="en-US" sz="2187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 </a:t>
            </a:r>
            <a:r>
              <a:rPr lang="en-US" sz="2187" dirty="0" err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habilidades</a:t>
            </a:r>
            <a:r>
              <a:rPr lang="en-US" sz="2187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187" dirty="0" err="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profesionales</a:t>
            </a:r>
            <a:endParaRPr lang="en-US" sz="2187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CA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4628406"/>
            <a:ext cx="542181" cy="542181"/>
            <a:chOff x="0" y="0"/>
            <a:chExt cx="722908" cy="7229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2238" y="5652492"/>
            <a:ext cx="542181" cy="542181"/>
            <a:chOff x="0" y="0"/>
            <a:chExt cx="722908" cy="7229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238" y="6676579"/>
            <a:ext cx="542181" cy="542181"/>
            <a:chOff x="0" y="0"/>
            <a:chExt cx="722908" cy="7229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7700665"/>
            <a:ext cx="542181" cy="542181"/>
            <a:chOff x="0" y="0"/>
            <a:chExt cx="722908" cy="7229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696691" y="4584962"/>
            <a:ext cx="4599073" cy="4599073"/>
          </a:xfrm>
          <a:custGeom>
            <a:avLst/>
            <a:gdLst/>
            <a:ahLst/>
            <a:cxnLst/>
            <a:rect l="l" t="t" r="r" b="b"/>
            <a:pathLst>
              <a:path w="4599073" h="4599073">
                <a:moveTo>
                  <a:pt x="0" y="0"/>
                </a:moveTo>
                <a:lnTo>
                  <a:pt x="4599073" y="0"/>
                </a:lnTo>
                <a:lnTo>
                  <a:pt x="4599073" y="4599073"/>
                </a:lnTo>
                <a:lnTo>
                  <a:pt x="0" y="45990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992238" y="972294"/>
            <a:ext cx="6025009" cy="80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OBJETIVOS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1840706"/>
            <a:ext cx="3891855" cy="480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Objetivo General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7" y="2587377"/>
            <a:ext cx="16303526" cy="894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274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Desarrollar una plataforma Web y Mobile que mejore la orientación, integración y bienestar estudiantil dentro del campus físico, complementando las herramientas académicas existentes.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3786485"/>
            <a:ext cx="5058668" cy="480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Objetivos Específicos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2501" y="4702076"/>
            <a:ext cx="361504" cy="42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81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75371" y="4673054"/>
            <a:ext cx="12928699" cy="41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Implementar recorridos virtuales reales para orientación en sedes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2501" y="5726163"/>
            <a:ext cx="361504" cy="42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81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75371" y="5697141"/>
            <a:ext cx="14133611" cy="41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Construir una comunidad estudiantil activa mediante foros y votaciones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2501" y="6750249"/>
            <a:ext cx="361504" cy="42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81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75371" y="6721227"/>
            <a:ext cx="14141946" cy="41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Integrar un módulo de bienestar físico/emocional basado en cada carrera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2501" y="7774335"/>
            <a:ext cx="361504" cy="42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812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75371" y="7745314"/>
            <a:ext cx="14662845" cy="41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Diseñar un sistema de reportes de infraestructura para apoyo institucional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1120910" y="4186981"/>
            <a:ext cx="4099369" cy="4114800"/>
          </a:xfrm>
          <a:custGeom>
            <a:avLst/>
            <a:gdLst/>
            <a:ahLst/>
            <a:cxnLst/>
            <a:rect l="l" t="t" r="r" b="b"/>
            <a:pathLst>
              <a:path w="4099369" h="4114800">
                <a:moveTo>
                  <a:pt x="0" y="0"/>
                </a:moveTo>
                <a:lnTo>
                  <a:pt x="4099370" y="0"/>
                </a:lnTo>
                <a:lnTo>
                  <a:pt x="4099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2344862" y="40691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992238" y="1720006"/>
            <a:ext cx="10934849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ALCANCES Y LIMITACIONES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333750"/>
            <a:ext cx="4252912" cy="56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Alcances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082206"/>
            <a:ext cx="7805886" cy="91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Recorridos virtuales fotográficos para DUOC Maipú (expandible a cualquier institución).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088583"/>
            <a:ext cx="7805886" cy="44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Plataforma PWA instalable con funcionamiento offline parcial.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641330"/>
            <a:ext cx="7805886" cy="44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Foros entre carreras con moderación.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194077"/>
            <a:ext cx="7805886" cy="44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Bienestar estudiantil (kinesiología, salud mental).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6746825"/>
            <a:ext cx="7805886" cy="44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Reportes de infraestructura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7299572"/>
            <a:ext cx="7805886" cy="44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Portafolio automático del estudiante.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7852321"/>
            <a:ext cx="7805886" cy="44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Aprendizaje via cursos externos, tutorias y videos.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1" y="3333750"/>
            <a:ext cx="4252912" cy="56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Limitaciones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401" y="4082206"/>
            <a:ext cx="7805886" cy="44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reemplaza un LMS: </a:t>
            </a:r>
            <a:r>
              <a:rPr lang="en-US" sz="2287" b="1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no maneja notas, tareas ni evaluaciones</a:t>
            </a: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1" y="4634954"/>
            <a:ext cx="7805886" cy="91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integra APIs propietarias de instituciones (como sistemas internos).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401" y="5641330"/>
            <a:ext cx="7805886" cy="91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 calidad de recorridos depende del aporte de fotos de estudiantes.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99401" y="6647706"/>
            <a:ext cx="7805886" cy="91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984" lvl="1" indent="-172492" algn="l">
              <a:lnSpc>
                <a:spcPts val="3725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Algunas funciones requieren administradores por sede para operar. (Foros)</a:t>
            </a:r>
          </a:p>
        </p:txBody>
      </p:sp>
      <p:sp>
        <p:nvSpPr>
          <p:cNvPr id="22" name="Freeform 22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525019" y="1471687"/>
            <a:ext cx="6866373" cy="6866373"/>
          </a:xfrm>
          <a:custGeom>
            <a:avLst/>
            <a:gdLst/>
            <a:ahLst/>
            <a:cxnLst/>
            <a:rect l="l" t="t" r="r" b="b"/>
            <a:pathLst>
              <a:path w="6866373" h="6866373">
                <a:moveTo>
                  <a:pt x="0" y="0"/>
                </a:moveTo>
                <a:lnTo>
                  <a:pt x="6866373" y="0"/>
                </a:lnTo>
                <a:lnTo>
                  <a:pt x="6866373" y="6866373"/>
                </a:lnTo>
                <a:lnTo>
                  <a:pt x="0" y="686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235068" y="971550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METODOLOGÍA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5068" y="1989980"/>
            <a:ext cx="6418510" cy="56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Metodología de trabajo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5068" y="2889646"/>
            <a:ext cx="944552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 dirty="0" err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Ágil</a:t>
            </a:r>
            <a:r>
              <a:rPr lang="en-US" sz="2187" dirty="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con revisiones </a:t>
            </a:r>
            <a:r>
              <a:rPr lang="en-US" sz="2187" dirty="0" err="1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semanales</a:t>
            </a:r>
            <a:r>
              <a:rPr lang="en-US" sz="2187" dirty="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5068" y="3442394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Organización en </a:t>
            </a:r>
            <a:r>
              <a:rPr lang="en-US" sz="2187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Trello (Kanban)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5068" y="3995141"/>
            <a:ext cx="944552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Divisiones por rol: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5254" y="4552354"/>
            <a:ext cx="4576209" cy="266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b="1" i="1">
                <a:solidFill>
                  <a:srgbClr val="000000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Isaac Paz</a:t>
            </a:r>
          </a:p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Dirección general del proyecto</a:t>
            </a:r>
          </a:p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Arquitectura conceptual</a:t>
            </a:r>
          </a:p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Documentación técnica y funcional</a:t>
            </a:r>
          </a:p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Integración final</a:t>
            </a:r>
          </a:p>
          <a:p>
            <a:pPr marL="758429" lvl="2" indent="-252810" algn="l">
              <a:lnSpc>
                <a:spcPts val="3562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Analista Funcional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13868" y="4546907"/>
            <a:ext cx="5111151" cy="310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b="1" i="1">
                <a:solidFill>
                  <a:srgbClr val="000000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Pablo Avendaño</a:t>
            </a:r>
          </a:p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Corrección de errores y refactorización del código</a:t>
            </a:r>
          </a:p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Desarrolo principal del Frontend</a:t>
            </a:r>
          </a:p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Diseño funcional e interfaz del sistema</a:t>
            </a:r>
          </a:p>
          <a:p>
            <a:pPr marL="758428" lvl="2" indent="-252809" algn="l">
              <a:lnSpc>
                <a:spcPts val="3562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Modelado de datos e implementación inicial de la API REST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33467" y="4448770"/>
            <a:ext cx="5333793" cy="2214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b="1" i="1">
                <a:solidFill>
                  <a:srgbClr val="000000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Darosh Luco</a:t>
            </a:r>
          </a:p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Ejecución de pruebas y detección de bugs</a:t>
            </a:r>
          </a:p>
          <a:p>
            <a:pPr marL="758429" lvl="2" indent="-252810" algn="l">
              <a:lnSpc>
                <a:spcPts val="3561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Desarrollo principal del backend</a:t>
            </a:r>
          </a:p>
          <a:p>
            <a:pPr marL="758428" lvl="2" indent="-252809" algn="l">
              <a:lnSpc>
                <a:spcPts val="3562"/>
              </a:lnSpc>
              <a:buFont typeface="Arial"/>
              <a:buChar char="⚬"/>
            </a:pPr>
            <a:r>
              <a:rPr lang="en-US" sz="2187" i="1">
                <a:solidFill>
                  <a:srgbClr val="000000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Optimización y pulido final de funcionalidades e integración con la API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806446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Integración continua con pruebas (pytest) y despliegues iterativos.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225546"/>
            <a:ext cx="9445526" cy="87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764" lvl="1" indent="-164882" algn="l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Documentación progresiva (README, Trello).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Desarrollo proactivo del proyecto (Equipo pequeño haciendo cosas grandes)</a:t>
            </a:r>
          </a:p>
        </p:txBody>
      </p:sp>
      <p:sp>
        <p:nvSpPr>
          <p:cNvPr id="17" name="Freeform 17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999926" y="-3999282"/>
            <a:ext cx="10287000" cy="18286850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466" y="0"/>
            <a:ext cx="13606268" cy="1028635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474237" y="-2528760"/>
            <a:ext cx="7341846" cy="18290319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61A493-9B26-00C8-260B-83C711F31D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076"/>
          <a:stretch>
            <a:fillRect/>
          </a:stretch>
        </p:blipFill>
        <p:spPr>
          <a:xfrm>
            <a:off x="685800" y="685800"/>
            <a:ext cx="16916400" cy="891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4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7475" y="2588121"/>
            <a:ext cx="16313051" cy="6668690"/>
            <a:chOff x="0" y="0"/>
            <a:chExt cx="21750735" cy="88915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50782" cy="8891651"/>
            </a:xfrm>
            <a:custGeom>
              <a:avLst/>
              <a:gdLst/>
              <a:ahLst/>
              <a:cxnLst/>
              <a:rect l="l" t="t" r="r" b="b"/>
              <a:pathLst>
                <a:path w="21750782" h="8891651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21704681" y="0"/>
                  </a:lnTo>
                  <a:lnTo>
                    <a:pt x="21704681" y="6350"/>
                  </a:lnTo>
                  <a:lnTo>
                    <a:pt x="21704681" y="0"/>
                  </a:lnTo>
                  <a:cubicBezTo>
                    <a:pt x="21730081" y="0"/>
                    <a:pt x="21750782" y="20574"/>
                    <a:pt x="21750782" y="46101"/>
                  </a:cubicBezTo>
                  <a:lnTo>
                    <a:pt x="21744432" y="46101"/>
                  </a:lnTo>
                  <a:lnTo>
                    <a:pt x="21750782" y="46101"/>
                  </a:lnTo>
                  <a:lnTo>
                    <a:pt x="21750782" y="8845550"/>
                  </a:lnTo>
                  <a:lnTo>
                    <a:pt x="21744432" y="8845550"/>
                  </a:lnTo>
                  <a:lnTo>
                    <a:pt x="21750782" y="8845550"/>
                  </a:lnTo>
                  <a:cubicBezTo>
                    <a:pt x="21750782" y="8870950"/>
                    <a:pt x="21730208" y="8891651"/>
                    <a:pt x="21704681" y="8891651"/>
                  </a:cubicBezTo>
                  <a:lnTo>
                    <a:pt x="21704681" y="8885301"/>
                  </a:lnTo>
                  <a:lnTo>
                    <a:pt x="21704681" y="8891651"/>
                  </a:lnTo>
                  <a:lnTo>
                    <a:pt x="46101" y="8891651"/>
                  </a:lnTo>
                  <a:lnTo>
                    <a:pt x="46101" y="8885301"/>
                  </a:lnTo>
                  <a:lnTo>
                    <a:pt x="46101" y="8891651"/>
                  </a:lnTo>
                  <a:cubicBezTo>
                    <a:pt x="20701" y="8891651"/>
                    <a:pt x="0" y="8871077"/>
                    <a:pt x="0" y="8845550"/>
                  </a:cubicBezTo>
                  <a:lnTo>
                    <a:pt x="0" y="46101"/>
                  </a:lnTo>
                  <a:lnTo>
                    <a:pt x="6350" y="46101"/>
                  </a:lnTo>
                  <a:lnTo>
                    <a:pt x="0" y="46101"/>
                  </a:lnTo>
                  <a:moveTo>
                    <a:pt x="12700" y="46101"/>
                  </a:moveTo>
                  <a:lnTo>
                    <a:pt x="12700" y="8845550"/>
                  </a:lnTo>
                  <a:lnTo>
                    <a:pt x="6350" y="8845550"/>
                  </a:lnTo>
                  <a:lnTo>
                    <a:pt x="12700" y="8845550"/>
                  </a:lnTo>
                  <a:cubicBezTo>
                    <a:pt x="12700" y="8863965"/>
                    <a:pt x="27686" y="8878951"/>
                    <a:pt x="46101" y="8878951"/>
                  </a:cubicBezTo>
                  <a:lnTo>
                    <a:pt x="21704681" y="8878951"/>
                  </a:lnTo>
                  <a:cubicBezTo>
                    <a:pt x="21723096" y="8878951"/>
                    <a:pt x="21738082" y="8863965"/>
                    <a:pt x="21738082" y="8845550"/>
                  </a:cubicBezTo>
                  <a:lnTo>
                    <a:pt x="21738082" y="46101"/>
                  </a:lnTo>
                  <a:cubicBezTo>
                    <a:pt x="21738082" y="27686"/>
                    <a:pt x="21723096" y="12700"/>
                    <a:pt x="21704681" y="12700"/>
                  </a:cubicBezTo>
                  <a:lnTo>
                    <a:pt x="46101" y="12700"/>
                  </a:lnTo>
                  <a:lnTo>
                    <a:pt x="46101" y="6350"/>
                  </a:lnTo>
                  <a:lnTo>
                    <a:pt x="46101" y="12700"/>
                  </a:lnTo>
                  <a:cubicBezTo>
                    <a:pt x="27686" y="12700"/>
                    <a:pt x="12700" y="27686"/>
                    <a:pt x="12700" y="46101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1762" y="2602409"/>
            <a:ext cx="16284476" cy="892374"/>
            <a:chOff x="0" y="0"/>
            <a:chExt cx="21712635" cy="11898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12682" cy="1189863"/>
            </a:xfrm>
            <a:custGeom>
              <a:avLst/>
              <a:gdLst/>
              <a:ahLst/>
              <a:cxnLst/>
              <a:rect l="l" t="t" r="r" b="b"/>
              <a:pathLst>
                <a:path w="21712682" h="1189863">
                  <a:moveTo>
                    <a:pt x="0" y="0"/>
                  </a:moveTo>
                  <a:lnTo>
                    <a:pt x="21712682" y="0"/>
                  </a:lnTo>
                  <a:lnTo>
                    <a:pt x="21712682" y="1189863"/>
                  </a:lnTo>
                  <a:lnTo>
                    <a:pt x="0" y="118986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1762" y="3494782"/>
            <a:ext cx="16284476" cy="574774"/>
            <a:chOff x="0" y="0"/>
            <a:chExt cx="21712635" cy="7663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1762" y="4069556"/>
            <a:ext cx="16284476" cy="574774"/>
            <a:chOff x="0" y="0"/>
            <a:chExt cx="21712635" cy="7663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1762" y="4644330"/>
            <a:ext cx="16284476" cy="574774"/>
            <a:chOff x="0" y="0"/>
            <a:chExt cx="21712635" cy="7663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1762" y="5219105"/>
            <a:ext cx="16284476" cy="574774"/>
            <a:chOff x="0" y="0"/>
            <a:chExt cx="21712635" cy="7663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1762" y="5793879"/>
            <a:ext cx="16284476" cy="574774"/>
            <a:chOff x="0" y="0"/>
            <a:chExt cx="21712635" cy="7663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1762" y="6368654"/>
            <a:ext cx="16284476" cy="574774"/>
            <a:chOff x="0" y="0"/>
            <a:chExt cx="21712635" cy="7663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1762" y="6943427"/>
            <a:ext cx="16284476" cy="574774"/>
            <a:chOff x="0" y="0"/>
            <a:chExt cx="21712635" cy="7663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01762" y="7518201"/>
            <a:ext cx="16284476" cy="574774"/>
            <a:chOff x="0" y="0"/>
            <a:chExt cx="21712635" cy="76636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1762" y="8092976"/>
            <a:ext cx="16284476" cy="574774"/>
            <a:chOff x="0" y="0"/>
            <a:chExt cx="21712635" cy="76636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1762" y="8667750"/>
            <a:ext cx="16284476" cy="574774"/>
            <a:chOff x="0" y="0"/>
            <a:chExt cx="21712635" cy="76636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712682" cy="766318"/>
            </a:xfrm>
            <a:custGeom>
              <a:avLst/>
              <a:gdLst/>
              <a:ahLst/>
              <a:cxnLst/>
              <a:rect l="l" t="t" r="r" b="b"/>
              <a:pathLst>
                <a:path w="21712682" h="766318">
                  <a:moveTo>
                    <a:pt x="0" y="0"/>
                  </a:moveTo>
                  <a:lnTo>
                    <a:pt x="21712682" y="0"/>
                  </a:lnTo>
                  <a:lnTo>
                    <a:pt x="21712682" y="766318"/>
                  </a:lnTo>
                  <a:lnTo>
                    <a:pt x="0" y="7663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0" name="Freeform 30"/>
          <p:cNvSpPr/>
          <p:nvPr/>
        </p:nvSpPr>
        <p:spPr>
          <a:xfrm>
            <a:off x="13530411" y="529530"/>
            <a:ext cx="4884036" cy="4114800"/>
          </a:xfrm>
          <a:custGeom>
            <a:avLst/>
            <a:gdLst/>
            <a:ahLst/>
            <a:cxnLst/>
            <a:rect l="l" t="t" r="r" b="b"/>
            <a:pathLst>
              <a:path w="4884036" h="4114800">
                <a:moveTo>
                  <a:pt x="0" y="0"/>
                </a:moveTo>
                <a:lnTo>
                  <a:pt x="4884036" y="0"/>
                </a:lnTo>
                <a:lnTo>
                  <a:pt x="48840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1" name="TextBox 31"/>
          <p:cNvSpPr txBox="1"/>
          <p:nvPr/>
        </p:nvSpPr>
        <p:spPr>
          <a:xfrm>
            <a:off x="992238" y="996851"/>
            <a:ext cx="4961781" cy="65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CRONOGRAMA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2238" y="1985367"/>
            <a:ext cx="16303526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 de trabajo distribuido en 18 semanas: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1490" y="2664321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Actividad / Fases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48709" y="266432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34211" y="266432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19714" y="266432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05216" y="266432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90719" y="266432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76221" y="266432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261722" y="266432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947225" y="266432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S8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632728" y="266432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S9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18230" y="2664321"/>
            <a:ext cx="279201" cy="70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003732" y="2664321"/>
            <a:ext cx="279201" cy="70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689235" y="2664321"/>
            <a:ext cx="279201" cy="70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374737" y="2664321"/>
            <a:ext cx="279201" cy="70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060240" y="2664321"/>
            <a:ext cx="279201" cy="70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745741" y="2664321"/>
            <a:ext cx="279201" cy="70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431244" y="2664321"/>
            <a:ext cx="279201" cy="70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116746" y="2664321"/>
            <a:ext cx="279201" cy="70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6802249" y="2664321"/>
            <a:ext cx="285601" cy="701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S18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01490" y="3556695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Levantamiento requerimientos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148709" y="3556695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834211" y="3556695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01490" y="4131469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Arquitectura + Setup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834211" y="4131469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19714" y="4131469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828955" y="4131469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01490" y="4706243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Backend + APIs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519714" y="4706243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205216" y="4706243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890719" y="4706243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576221" y="4706243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01490" y="5281017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PWA + Interfaz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890719" y="5281017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576221" y="5281017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261722" y="5281017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947225" y="5281017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632728" y="5281017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01490" y="5855791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Recorridos virtuales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5304343" y="585579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947225" y="585579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32728" y="585579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318230" y="5855791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01490" y="6430566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Foros / Bienestar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632728" y="6430566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318230" y="6430566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2003732" y="6430566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689235" y="6430566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01490" y="7005340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Portafolio + Reportes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294962" y="7005340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2689235" y="7005340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3374737" y="7005340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4060240" y="7005340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201490" y="7580114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Pruebas + Ajustes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3374737" y="7580114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4060240" y="7580114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4745741" y="7580114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431244" y="7580114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201490" y="8154889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Documentación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4745741" y="8154889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5431244" y="8154889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6116746" y="8154889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6802249" y="8154889"/>
            <a:ext cx="2856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201490" y="8729663"/>
            <a:ext cx="3540919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Presentación final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6116746" y="8729663"/>
            <a:ext cx="2792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6802249" y="8729663"/>
            <a:ext cx="285601" cy="3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✔</a:t>
            </a:r>
          </a:p>
        </p:txBody>
      </p:sp>
      <p:sp>
        <p:nvSpPr>
          <p:cNvPr id="98" name="Freeform 98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2699148"/>
            <a:ext cx="16303378" cy="6383237"/>
            <a:chOff x="0" y="0"/>
            <a:chExt cx="21737837" cy="21782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37828" cy="2178177"/>
            </a:xfrm>
            <a:custGeom>
              <a:avLst/>
              <a:gdLst/>
              <a:ahLst/>
              <a:cxnLst/>
              <a:rect l="l" t="t" r="r" b="b"/>
              <a:pathLst>
                <a:path w="21737828" h="21781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1681187" y="0"/>
                  </a:lnTo>
                  <a:cubicBezTo>
                    <a:pt x="21712555" y="0"/>
                    <a:pt x="21737828" y="25400"/>
                    <a:pt x="21737828" y="56642"/>
                  </a:cubicBezTo>
                  <a:lnTo>
                    <a:pt x="21737828" y="2121535"/>
                  </a:lnTo>
                  <a:cubicBezTo>
                    <a:pt x="21737828" y="2152904"/>
                    <a:pt x="21712428" y="2178177"/>
                    <a:pt x="21681187" y="2178177"/>
                  </a:cubicBezTo>
                  <a:lnTo>
                    <a:pt x="56642" y="2178177"/>
                  </a:lnTo>
                  <a:cubicBezTo>
                    <a:pt x="25273" y="2178177"/>
                    <a:pt x="0" y="2152777"/>
                    <a:pt x="0" y="212153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0" name="Freeform 20"/>
          <p:cNvSpPr/>
          <p:nvPr/>
        </p:nvSpPr>
        <p:spPr>
          <a:xfrm>
            <a:off x="7114506" y="3190577"/>
            <a:ext cx="4116821" cy="3974604"/>
          </a:xfrm>
          <a:custGeom>
            <a:avLst/>
            <a:gdLst/>
            <a:ahLst/>
            <a:cxnLst/>
            <a:rect l="l" t="t" r="r" b="b"/>
            <a:pathLst>
              <a:path w="4116821" h="3974604">
                <a:moveTo>
                  <a:pt x="0" y="0"/>
                </a:moveTo>
                <a:lnTo>
                  <a:pt x="4116821" y="0"/>
                </a:lnTo>
                <a:lnTo>
                  <a:pt x="4116821" y="3974604"/>
                </a:lnTo>
                <a:lnTo>
                  <a:pt x="0" y="39746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TextBox 21"/>
          <p:cNvSpPr txBox="1"/>
          <p:nvPr/>
        </p:nvSpPr>
        <p:spPr>
          <a:xfrm>
            <a:off x="992238" y="1147316"/>
            <a:ext cx="12244536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ARQUITECTURA DEL SOFTWARE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2238" y="2165748"/>
            <a:ext cx="462795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 dirty="0" err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Arquitectura</a:t>
            </a:r>
            <a:r>
              <a:rPr lang="en-US" sz="3312" b="1" dirty="0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312" b="1" dirty="0" err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Resumida</a:t>
            </a:r>
            <a:endParaRPr lang="en-US" sz="3312" b="1" dirty="0">
              <a:solidFill>
                <a:srgbClr val="0C0D0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B3DE7BEE-372F-4FC7-A893-D8095632F1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505" y="4042187"/>
            <a:ext cx="1491615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F06B17-59C6-E515-E156-86B32E032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0"/>
            <a:ext cx="18105120" cy="1035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93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546597" y="3047545"/>
            <a:ext cx="3965638" cy="4114800"/>
          </a:xfrm>
          <a:custGeom>
            <a:avLst/>
            <a:gdLst/>
            <a:ahLst/>
            <a:cxnLst/>
            <a:rect l="l" t="t" r="r" b="b"/>
            <a:pathLst>
              <a:path w="3965638" h="4114800">
                <a:moveTo>
                  <a:pt x="0" y="0"/>
                </a:moveTo>
                <a:lnTo>
                  <a:pt x="3965638" y="0"/>
                </a:lnTo>
                <a:lnTo>
                  <a:pt x="39656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7850237" y="3363962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MODELO DE DATOS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50237" y="4637037"/>
            <a:ext cx="944552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Estructura de entidades y relaciones principales del sistema StudentsPoint: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13774" y="5394275"/>
            <a:ext cx="9445526" cy="2214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 modelo incluye entidades clave como Users, Campuses, Routes, Photos, Forums, Posts, Comments, Reports, Portfolio y más, diseñadas para soportar todas las funcionalidades de la plataforma.</a:t>
            </a:r>
          </a:p>
          <a:p>
            <a:pPr algn="l">
              <a:lnSpc>
                <a:spcPts val="3561"/>
              </a:lnSpc>
            </a:pPr>
            <a:endParaRPr lang="en-US" sz="2187">
              <a:solidFill>
                <a:srgbClr val="55575A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usa SQLite por lo que el modelo de datos Entidad Relacion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" y="0"/>
            <a:ext cx="18287997" cy="2363932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193285" y="0"/>
            <a:ext cx="6094715" cy="2364618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61666" y="-7961667"/>
            <a:ext cx="2364669" cy="18288003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" name="CuadroTexto 2">
            <a:extLst>
              <a:ext uri="{FF2B5EF4-FFF2-40B4-BE49-F238E27FC236}">
                <a16:creationId xmlns:a16="http://schemas.microsoft.com/office/drawing/2014/main" id="{06868B7E-ADF3-7858-B947-ECBC09BA16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979012"/>
              </p:ext>
            </p:extLst>
          </p:nvPr>
        </p:nvGraphicFramePr>
        <p:xfrm>
          <a:off x="966084" y="3168868"/>
          <a:ext cx="16391743" cy="6289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7971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3008217" y="-164058"/>
            <a:ext cx="10867922" cy="10799997"/>
          </a:xfrm>
          <a:custGeom>
            <a:avLst/>
            <a:gdLst/>
            <a:ahLst/>
            <a:cxnLst/>
            <a:rect l="l" t="t" r="r" b="b"/>
            <a:pathLst>
              <a:path w="10867922" h="10799997">
                <a:moveTo>
                  <a:pt x="0" y="0"/>
                </a:moveTo>
                <a:lnTo>
                  <a:pt x="10867922" y="0"/>
                </a:lnTo>
                <a:lnTo>
                  <a:pt x="10867922" y="10799997"/>
                </a:lnTo>
                <a:lnTo>
                  <a:pt x="0" y="107999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3822777" y="1515386"/>
            <a:ext cx="9683693" cy="900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TECNOLOGÍAS UTILIZADAS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74878" y="3275503"/>
            <a:ext cx="2653456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74878" y="3944783"/>
            <a:ext cx="265345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Django 5.2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74878" y="4497530"/>
            <a:ext cx="265345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Django REST Framework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74878" y="5503906"/>
            <a:ext cx="2653456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SimpleJWT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74878" y="6056654"/>
            <a:ext cx="2653456" cy="87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764" lvl="1" indent="-164882" algn="l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SQLite</a:t>
            </a:r>
          </a:p>
          <a:p>
            <a:pPr marL="329764" lvl="1" indent="-164882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Pytest/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00913" y="3275503"/>
            <a:ext cx="2653456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Frontend / PWA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00913" y="3944783"/>
            <a:ext cx="265345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HTML5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00913" y="4497530"/>
            <a:ext cx="265345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CSS3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00913" y="5050278"/>
            <a:ext cx="265345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JavaScript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00913" y="5603025"/>
            <a:ext cx="265345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Bootstrap 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00913" y="6155773"/>
            <a:ext cx="265345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Service Workers + Manifest PWA</a:t>
            </a:r>
          </a:p>
        </p:txBody>
      </p:sp>
      <p:sp>
        <p:nvSpPr>
          <p:cNvPr id="19" name="Freeform 19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dirty="0"/>
            </a:p>
          </p:txBody>
        </p:sp>
      </p:grpSp>
      <p:sp>
        <p:nvSpPr>
          <p:cNvPr id="4" name="Freeform 4" descr="preencoded.png"/>
          <p:cNvSpPr/>
          <p:nvPr/>
        </p:nvSpPr>
        <p:spPr>
          <a:xfrm>
            <a:off x="1035397" y="2725257"/>
            <a:ext cx="318939" cy="318939"/>
          </a:xfrm>
          <a:custGeom>
            <a:avLst/>
            <a:gdLst/>
            <a:ahLst/>
            <a:cxnLst/>
            <a:rect l="l" t="t" r="r" b="b"/>
            <a:pathLst>
              <a:path w="318939" h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r="-882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 descr="preencoded.png"/>
          <p:cNvSpPr/>
          <p:nvPr/>
        </p:nvSpPr>
        <p:spPr>
          <a:xfrm>
            <a:off x="1035397" y="3794885"/>
            <a:ext cx="318939" cy="318939"/>
          </a:xfrm>
          <a:custGeom>
            <a:avLst/>
            <a:gdLst/>
            <a:ahLst/>
            <a:cxnLst/>
            <a:rect l="l" t="t" r="r" b="b"/>
            <a:pathLst>
              <a:path w="318939" h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r="-882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 descr="preencoded.png"/>
          <p:cNvSpPr/>
          <p:nvPr/>
        </p:nvSpPr>
        <p:spPr>
          <a:xfrm>
            <a:off x="1035397" y="4864512"/>
            <a:ext cx="318939" cy="318939"/>
          </a:xfrm>
          <a:custGeom>
            <a:avLst/>
            <a:gdLst/>
            <a:ahLst/>
            <a:cxnLst/>
            <a:rect l="l" t="t" r="r" b="b"/>
            <a:pathLst>
              <a:path w="318939" h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r="-882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 descr="preencoded.png"/>
          <p:cNvSpPr/>
          <p:nvPr/>
        </p:nvSpPr>
        <p:spPr>
          <a:xfrm>
            <a:off x="1035397" y="5934140"/>
            <a:ext cx="318939" cy="318939"/>
          </a:xfrm>
          <a:custGeom>
            <a:avLst/>
            <a:gdLst/>
            <a:ahLst/>
            <a:cxnLst/>
            <a:rect l="l" t="t" r="r" b="b"/>
            <a:pathLst>
              <a:path w="318939" h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r="-882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 descr="preencoded.png"/>
          <p:cNvSpPr/>
          <p:nvPr/>
        </p:nvSpPr>
        <p:spPr>
          <a:xfrm>
            <a:off x="992237" y="7016084"/>
            <a:ext cx="318939" cy="318939"/>
          </a:xfrm>
          <a:custGeom>
            <a:avLst/>
            <a:gdLst/>
            <a:ahLst/>
            <a:cxnLst/>
            <a:rect l="l" t="t" r="r" b="b"/>
            <a:pathLst>
              <a:path w="318939" h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r="-882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 descr="preencoded.png"/>
          <p:cNvSpPr/>
          <p:nvPr/>
        </p:nvSpPr>
        <p:spPr>
          <a:xfrm>
            <a:off x="992237" y="8085712"/>
            <a:ext cx="318939" cy="318939"/>
          </a:xfrm>
          <a:custGeom>
            <a:avLst/>
            <a:gdLst/>
            <a:ahLst/>
            <a:cxnLst/>
            <a:rect l="l" t="t" r="r" b="b"/>
            <a:pathLst>
              <a:path w="318939" h="318939">
                <a:moveTo>
                  <a:pt x="0" y="0"/>
                </a:moveTo>
                <a:lnTo>
                  <a:pt x="318939" y="0"/>
                </a:lnTo>
                <a:lnTo>
                  <a:pt x="318939" y="318939"/>
                </a:lnTo>
                <a:lnTo>
                  <a:pt x="0" y="318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23" r="-882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580086" y="2522907"/>
            <a:ext cx="564439" cy="723640"/>
          </a:xfrm>
          <a:custGeom>
            <a:avLst/>
            <a:gdLst/>
            <a:ahLst/>
            <a:cxnLst/>
            <a:rect l="l" t="t" r="r" b="b"/>
            <a:pathLst>
              <a:path w="564439" h="723640">
                <a:moveTo>
                  <a:pt x="0" y="0"/>
                </a:moveTo>
                <a:lnTo>
                  <a:pt x="564439" y="0"/>
                </a:lnTo>
                <a:lnTo>
                  <a:pt x="564439" y="723640"/>
                </a:lnTo>
                <a:lnTo>
                  <a:pt x="0" y="723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500486" y="3592534"/>
            <a:ext cx="723640" cy="723640"/>
          </a:xfrm>
          <a:custGeom>
            <a:avLst/>
            <a:gdLst/>
            <a:ahLst/>
            <a:cxnLst/>
            <a:rect l="l" t="t" r="r" b="b"/>
            <a:pathLst>
              <a:path w="723640" h="723640">
                <a:moveTo>
                  <a:pt x="0" y="0"/>
                </a:moveTo>
                <a:lnTo>
                  <a:pt x="723640" y="0"/>
                </a:lnTo>
                <a:lnTo>
                  <a:pt x="723640" y="723640"/>
                </a:lnTo>
                <a:lnTo>
                  <a:pt x="0" y="723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1500486" y="4668784"/>
            <a:ext cx="723640" cy="723640"/>
          </a:xfrm>
          <a:custGeom>
            <a:avLst/>
            <a:gdLst/>
            <a:ahLst/>
            <a:cxnLst/>
            <a:rect l="l" t="t" r="r" b="b"/>
            <a:pathLst>
              <a:path w="723640" h="723640">
                <a:moveTo>
                  <a:pt x="0" y="0"/>
                </a:moveTo>
                <a:lnTo>
                  <a:pt x="723640" y="0"/>
                </a:lnTo>
                <a:lnTo>
                  <a:pt x="723640" y="723640"/>
                </a:lnTo>
                <a:lnTo>
                  <a:pt x="0" y="7236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527622" y="5731789"/>
            <a:ext cx="669367" cy="723640"/>
          </a:xfrm>
          <a:custGeom>
            <a:avLst/>
            <a:gdLst/>
            <a:ahLst/>
            <a:cxnLst/>
            <a:rect l="l" t="t" r="r" b="b"/>
            <a:pathLst>
              <a:path w="669367" h="723640">
                <a:moveTo>
                  <a:pt x="0" y="0"/>
                </a:moveTo>
                <a:lnTo>
                  <a:pt x="669367" y="0"/>
                </a:lnTo>
                <a:lnTo>
                  <a:pt x="669367" y="723640"/>
                </a:lnTo>
                <a:lnTo>
                  <a:pt x="0" y="723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422871" y="6779279"/>
            <a:ext cx="792549" cy="792549"/>
          </a:xfrm>
          <a:custGeom>
            <a:avLst/>
            <a:gdLst/>
            <a:ahLst/>
            <a:cxnLst/>
            <a:rect l="l" t="t" r="r" b="b"/>
            <a:pathLst>
              <a:path w="792549" h="792549">
                <a:moveTo>
                  <a:pt x="0" y="0"/>
                </a:moveTo>
                <a:lnTo>
                  <a:pt x="792549" y="0"/>
                </a:lnTo>
                <a:lnTo>
                  <a:pt x="792549" y="792549"/>
                </a:lnTo>
                <a:lnTo>
                  <a:pt x="0" y="792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422871" y="7848907"/>
            <a:ext cx="869738" cy="792549"/>
          </a:xfrm>
          <a:custGeom>
            <a:avLst/>
            <a:gdLst/>
            <a:ahLst/>
            <a:cxnLst/>
            <a:rect l="l" t="t" r="r" b="b"/>
            <a:pathLst>
              <a:path w="869738" h="792549">
                <a:moveTo>
                  <a:pt x="0" y="0"/>
                </a:moveTo>
                <a:lnTo>
                  <a:pt x="869738" y="0"/>
                </a:lnTo>
                <a:lnTo>
                  <a:pt x="869738" y="792549"/>
                </a:lnTo>
                <a:lnTo>
                  <a:pt x="0" y="7925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11231563" y="2153134"/>
            <a:ext cx="5389419" cy="5389419"/>
          </a:xfrm>
          <a:custGeom>
            <a:avLst/>
            <a:gdLst/>
            <a:ahLst/>
            <a:cxnLst/>
            <a:rect l="l" t="t" r="r" b="b"/>
            <a:pathLst>
              <a:path w="5389419" h="5389419">
                <a:moveTo>
                  <a:pt x="0" y="0"/>
                </a:moveTo>
                <a:lnTo>
                  <a:pt x="5389419" y="0"/>
                </a:lnTo>
                <a:lnTo>
                  <a:pt x="5389419" y="5389419"/>
                </a:lnTo>
                <a:lnTo>
                  <a:pt x="0" y="538941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992238" y="774204"/>
            <a:ext cx="9404300" cy="702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DEMOSTRACIÓN DEL RESULTADO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1523702"/>
            <a:ext cx="7161162" cy="491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 dirty="0" err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Exposición</a:t>
            </a:r>
            <a:r>
              <a:rPr lang="en-US" sz="3312" b="1" dirty="0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 del Sistema (</a:t>
            </a:r>
            <a:r>
              <a:rPr lang="en-US" sz="3312" b="1" dirty="0" err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abrir</a:t>
            </a:r>
            <a:r>
              <a:rPr lang="en-US" sz="3312" b="1" dirty="0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 app)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0275" y="2687157"/>
            <a:ext cx="6140500" cy="451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Recorridos virtuales en DUOC Maipú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70275" y="3756785"/>
            <a:ext cx="3879205" cy="451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Interfaz PWA instalable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70275" y="4826412"/>
            <a:ext cx="3412331" cy="451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Foros entre carreras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70275" y="5896041"/>
            <a:ext cx="3410992" cy="451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Módulo de bienestar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27115" y="6977984"/>
            <a:ext cx="5244108" cy="451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Panel administrativo para foros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27115" y="8047612"/>
            <a:ext cx="9766340" cy="451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76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Portafolio editable con exportación a PDF (relleno manual)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196429"/>
            <a:ext cx="7771508" cy="74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RESULTADOS OBTENIDOS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5774" y="2067074"/>
            <a:ext cx="16303526" cy="459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23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 proyecto StudentsPoint ha culminado en un prototipo funcional/PWA instalable en entorno local con pruebas automáticas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238" y="3014811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666" b="-6666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842790" y="3120777"/>
            <a:ext cx="285249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8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Plataforma PWA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2790" y="3525440"/>
            <a:ext cx="7159378" cy="9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Totalmente funcional, escalable y optimizada para la experiencia móvil.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85685" y="3014811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5" y="0"/>
                </a:lnTo>
                <a:lnTo>
                  <a:pt x="567035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33" r="-333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10136237" y="3120777"/>
            <a:ext cx="358663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8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Recorridos Virtuales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36237" y="3525440"/>
            <a:ext cx="7159526" cy="9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Contenido fotográfico claro y realista para una orientación efectiva en el campus.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92238" y="4819055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8333" b="-1833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842790" y="4925020"/>
            <a:ext cx="338208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8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Arquitectura Sólida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42790" y="5329684"/>
            <a:ext cx="7159378" cy="9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Diseñada con patrones de la industria para garantizar estabilidad y rendimiento.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285685" y="4819055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5" y="0"/>
                </a:lnTo>
                <a:lnTo>
                  <a:pt x="567035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8333" b="-1833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10136237" y="4925020"/>
            <a:ext cx="3992642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8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Comunidad Estudiantil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36237" y="5329684"/>
            <a:ext cx="7159526" cy="9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Foros que fomentan la integración y el intercambio entre estudiantes.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92238" y="6260455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67500" b="-67500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TextBox 21"/>
          <p:cNvSpPr txBox="1"/>
          <p:nvPr/>
        </p:nvSpPr>
        <p:spPr>
          <a:xfrm>
            <a:off x="1842790" y="6366421"/>
            <a:ext cx="425910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8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Bienestar Personalizado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2790" y="6771085"/>
            <a:ext cx="7159378" cy="9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Módulos de soporte adaptados a las necesidades específicas de cada carrera + Chatbot personalizado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9285685" y="6260455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5" y="0"/>
                </a:lnTo>
                <a:lnTo>
                  <a:pt x="567035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5000" r="-5000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TextBox 24"/>
          <p:cNvSpPr txBox="1"/>
          <p:nvPr/>
        </p:nvSpPr>
        <p:spPr>
          <a:xfrm>
            <a:off x="10136237" y="6366421"/>
            <a:ext cx="303520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8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Reportes de Foro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36237" y="6771085"/>
            <a:ext cx="7159526" cy="9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Modulo de administracion y moderación para la gestión eficiente de los foros.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992238" y="7701855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4" y="0"/>
                </a:lnTo>
                <a:lnTo>
                  <a:pt x="567034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t="-9166" b="-9166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7" name="TextBox 27"/>
          <p:cNvSpPr txBox="1"/>
          <p:nvPr/>
        </p:nvSpPr>
        <p:spPr>
          <a:xfrm>
            <a:off x="1842790" y="7807821"/>
            <a:ext cx="382976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8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Portafolio Automático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42790" y="8212485"/>
            <a:ext cx="7159378" cy="9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Herramienta integrada para generar y exportar el CV del estudiante con varias plantillas predefinidas</a:t>
            </a:r>
          </a:p>
        </p:txBody>
      </p:sp>
      <p:sp>
        <p:nvSpPr>
          <p:cNvPr id="29" name="Freeform 29" descr="preencoded.png"/>
          <p:cNvSpPr/>
          <p:nvPr/>
        </p:nvSpPr>
        <p:spPr>
          <a:xfrm>
            <a:off x="9285685" y="7701855"/>
            <a:ext cx="567035" cy="567035"/>
          </a:xfrm>
          <a:custGeom>
            <a:avLst/>
            <a:gdLst/>
            <a:ahLst/>
            <a:cxnLst/>
            <a:rect l="l" t="t" r="r" b="b"/>
            <a:pathLst>
              <a:path w="567035" h="567035">
                <a:moveTo>
                  <a:pt x="0" y="0"/>
                </a:moveTo>
                <a:lnTo>
                  <a:pt x="567035" y="0"/>
                </a:lnTo>
                <a:lnTo>
                  <a:pt x="567035" y="567035"/>
                </a:lnTo>
                <a:lnTo>
                  <a:pt x="0" y="5670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t="-3333" b="-333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0" name="TextBox 30"/>
          <p:cNvSpPr txBox="1"/>
          <p:nvPr/>
        </p:nvSpPr>
        <p:spPr>
          <a:xfrm>
            <a:off x="10136237" y="7807821"/>
            <a:ext cx="5908923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8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Sistema de enseñanza por cursos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36237" y="8212485"/>
            <a:ext cx="7159526" cy="97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Sistema para ofrecer cursos externos (Udemy u otro con links), tutorias y clases grabadas.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46969" y="1852281"/>
            <a:ext cx="12675686" cy="1309301"/>
            <a:chOff x="0" y="0"/>
            <a:chExt cx="13248085" cy="13684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248132" cy="1368425"/>
            </a:xfrm>
            <a:custGeom>
              <a:avLst/>
              <a:gdLst/>
              <a:ahLst/>
              <a:cxnLst/>
              <a:rect l="l" t="t" r="r" b="b"/>
              <a:pathLst>
                <a:path w="13248132" h="1368425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6969" y="1827979"/>
            <a:ext cx="12675686" cy="97210"/>
            <a:chOff x="0" y="0"/>
            <a:chExt cx="13248085" cy="10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48132" cy="101600"/>
            </a:xfrm>
            <a:custGeom>
              <a:avLst/>
              <a:gdLst/>
              <a:ahLst/>
              <a:cxnLst/>
              <a:rect l="l" t="t" r="r" b="b"/>
              <a:pathLst>
                <a:path w="13248132" h="101600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19382" y="1586853"/>
            <a:ext cx="530860" cy="530860"/>
            <a:chOff x="0" y="0"/>
            <a:chExt cx="554832" cy="5548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4863" cy="554863"/>
            </a:xfrm>
            <a:custGeom>
              <a:avLst/>
              <a:gdLst/>
              <a:ahLst/>
              <a:cxnLst/>
              <a:rect l="l" t="t" r="r" b="b"/>
              <a:pathLst>
                <a:path w="554863" h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Freeform 10" descr="preencoded.png"/>
          <p:cNvSpPr/>
          <p:nvPr/>
        </p:nvSpPr>
        <p:spPr>
          <a:xfrm>
            <a:off x="6978677" y="1746148"/>
            <a:ext cx="212268" cy="212268"/>
          </a:xfrm>
          <a:custGeom>
            <a:avLst/>
            <a:gdLst/>
            <a:ahLst/>
            <a:cxnLst/>
            <a:rect l="l" t="t" r="r" b="b"/>
            <a:pathLst>
              <a:path w="212268" h="212268">
                <a:moveTo>
                  <a:pt x="0" y="0"/>
                </a:moveTo>
                <a:lnTo>
                  <a:pt x="212268" y="0"/>
                </a:lnTo>
                <a:lnTo>
                  <a:pt x="212268" y="212267"/>
                </a:lnTo>
                <a:lnTo>
                  <a:pt x="0" y="21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333" b="-833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948224" y="2256565"/>
            <a:ext cx="2868841" cy="330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sz="19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PWA y Http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8224" y="2610565"/>
            <a:ext cx="12273174" cy="332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7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necesitaba HTTPS para poder hacer funcionar el PWA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46968" y="3135947"/>
            <a:ext cx="12675686" cy="1309301"/>
            <a:chOff x="0" y="0"/>
            <a:chExt cx="13248085" cy="13684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248132" cy="1368425"/>
            </a:xfrm>
            <a:custGeom>
              <a:avLst/>
              <a:gdLst/>
              <a:ahLst/>
              <a:cxnLst/>
              <a:rect l="l" t="t" r="r" b="b"/>
              <a:pathLst>
                <a:path w="13248132" h="1368425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46969" y="3220538"/>
            <a:ext cx="12675686" cy="97210"/>
            <a:chOff x="0" y="0"/>
            <a:chExt cx="13248085" cy="101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248132" cy="101600"/>
            </a:xfrm>
            <a:custGeom>
              <a:avLst/>
              <a:gdLst/>
              <a:ahLst/>
              <a:cxnLst/>
              <a:rect l="l" t="t" r="r" b="b"/>
              <a:pathLst>
                <a:path w="13248132" h="101600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19382" y="2979410"/>
            <a:ext cx="530860" cy="530860"/>
            <a:chOff x="0" y="0"/>
            <a:chExt cx="554832" cy="5548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4863" cy="554863"/>
            </a:xfrm>
            <a:custGeom>
              <a:avLst/>
              <a:gdLst/>
              <a:ahLst/>
              <a:cxnLst/>
              <a:rect l="l" t="t" r="r" b="b"/>
              <a:pathLst>
                <a:path w="554863" h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6978677" y="3138707"/>
            <a:ext cx="212268" cy="212268"/>
          </a:xfrm>
          <a:custGeom>
            <a:avLst/>
            <a:gdLst/>
            <a:ahLst/>
            <a:cxnLst/>
            <a:rect l="l" t="t" r="r" b="b"/>
            <a:pathLst>
              <a:path w="212268" h="212268">
                <a:moveTo>
                  <a:pt x="0" y="0"/>
                </a:moveTo>
                <a:lnTo>
                  <a:pt x="212268" y="0"/>
                </a:lnTo>
                <a:lnTo>
                  <a:pt x="212268" y="212268"/>
                </a:lnTo>
                <a:lnTo>
                  <a:pt x="0" y="2122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777" b="-277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0" name="TextBox 20"/>
          <p:cNvSpPr txBox="1"/>
          <p:nvPr/>
        </p:nvSpPr>
        <p:spPr>
          <a:xfrm>
            <a:off x="948223" y="3549754"/>
            <a:ext cx="2212482" cy="3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0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Seguridad y UX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8223" y="3856129"/>
            <a:ext cx="12273174" cy="45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23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Integrar autenticación JWT y 2FA sin comprometer la fluidez y facilidad de uso para los estudiantes.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46969" y="4618056"/>
            <a:ext cx="12675686" cy="1309301"/>
            <a:chOff x="0" y="0"/>
            <a:chExt cx="13248085" cy="13684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248132" cy="1368425"/>
            </a:xfrm>
            <a:custGeom>
              <a:avLst/>
              <a:gdLst/>
              <a:ahLst/>
              <a:cxnLst/>
              <a:rect l="l" t="t" r="r" b="b"/>
              <a:pathLst>
                <a:path w="13248132" h="1368425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6969" y="4593754"/>
            <a:ext cx="12675686" cy="97210"/>
            <a:chOff x="0" y="0"/>
            <a:chExt cx="13248085" cy="101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248132" cy="101600"/>
            </a:xfrm>
            <a:custGeom>
              <a:avLst/>
              <a:gdLst/>
              <a:ahLst/>
              <a:cxnLst/>
              <a:rect l="l" t="t" r="r" b="b"/>
              <a:pathLst>
                <a:path w="13248132" h="101600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19382" y="4352627"/>
            <a:ext cx="530860" cy="530860"/>
            <a:chOff x="0" y="0"/>
            <a:chExt cx="554832" cy="5548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54863" cy="554863"/>
            </a:xfrm>
            <a:custGeom>
              <a:avLst/>
              <a:gdLst/>
              <a:ahLst/>
              <a:cxnLst/>
              <a:rect l="l" t="t" r="r" b="b"/>
              <a:pathLst>
                <a:path w="554863" h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6978677" y="4511923"/>
            <a:ext cx="212268" cy="212268"/>
          </a:xfrm>
          <a:custGeom>
            <a:avLst/>
            <a:gdLst/>
            <a:ahLst/>
            <a:cxnLst/>
            <a:rect l="l" t="t" r="r" b="b"/>
            <a:pathLst>
              <a:path w="212268" h="212268">
                <a:moveTo>
                  <a:pt x="0" y="0"/>
                </a:moveTo>
                <a:lnTo>
                  <a:pt x="212268" y="0"/>
                </a:lnTo>
                <a:lnTo>
                  <a:pt x="212268" y="212267"/>
                </a:lnTo>
                <a:lnTo>
                  <a:pt x="0" y="21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0555" b="-3055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9" name="TextBox 29"/>
          <p:cNvSpPr txBox="1"/>
          <p:nvPr/>
        </p:nvSpPr>
        <p:spPr>
          <a:xfrm>
            <a:off x="948224" y="5031865"/>
            <a:ext cx="3146992" cy="3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0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Fotos para Recorridos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8224" y="5357290"/>
            <a:ext cx="12273174" cy="37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19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Establecer un proceso eficiente para la organización y normalización de miles de fotos destinadas a los recorridos virtuales.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46969" y="5991145"/>
            <a:ext cx="12675686" cy="1309301"/>
            <a:chOff x="0" y="0"/>
            <a:chExt cx="13248085" cy="136842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248132" cy="1368425"/>
            </a:xfrm>
            <a:custGeom>
              <a:avLst/>
              <a:gdLst/>
              <a:ahLst/>
              <a:cxnLst/>
              <a:rect l="l" t="t" r="r" b="b"/>
              <a:pathLst>
                <a:path w="13248132" h="1368425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6969" y="5966843"/>
            <a:ext cx="12675686" cy="97210"/>
            <a:chOff x="0" y="0"/>
            <a:chExt cx="13248085" cy="101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248132" cy="101600"/>
            </a:xfrm>
            <a:custGeom>
              <a:avLst/>
              <a:gdLst/>
              <a:ahLst/>
              <a:cxnLst/>
              <a:rect l="l" t="t" r="r" b="b"/>
              <a:pathLst>
                <a:path w="13248132" h="101600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19382" y="5725716"/>
            <a:ext cx="530860" cy="530860"/>
            <a:chOff x="0" y="0"/>
            <a:chExt cx="554832" cy="55483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54863" cy="554863"/>
            </a:xfrm>
            <a:custGeom>
              <a:avLst/>
              <a:gdLst/>
              <a:ahLst/>
              <a:cxnLst/>
              <a:rect l="l" t="t" r="r" b="b"/>
              <a:pathLst>
                <a:path w="554863" h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7" name="Freeform 37" descr="preencoded.png"/>
          <p:cNvSpPr/>
          <p:nvPr/>
        </p:nvSpPr>
        <p:spPr>
          <a:xfrm>
            <a:off x="6978677" y="5885011"/>
            <a:ext cx="212268" cy="212268"/>
          </a:xfrm>
          <a:custGeom>
            <a:avLst/>
            <a:gdLst/>
            <a:ahLst/>
            <a:cxnLst/>
            <a:rect l="l" t="t" r="r" b="b"/>
            <a:pathLst>
              <a:path w="212268" h="212268">
                <a:moveTo>
                  <a:pt x="0" y="0"/>
                </a:moveTo>
                <a:lnTo>
                  <a:pt x="212268" y="0"/>
                </a:lnTo>
                <a:lnTo>
                  <a:pt x="212268" y="212268"/>
                </a:lnTo>
                <a:lnTo>
                  <a:pt x="0" y="2122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8" name="TextBox 38"/>
          <p:cNvSpPr txBox="1"/>
          <p:nvPr/>
        </p:nvSpPr>
        <p:spPr>
          <a:xfrm>
            <a:off x="948224" y="6404953"/>
            <a:ext cx="2823084" cy="3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0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Optimización Móvil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8224" y="6720852"/>
            <a:ext cx="12273174" cy="417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21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Asegurar tiempos de carga rápidos y una respuesta fluida en dispositivos móviles para una experiencia óptima.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46969" y="7364234"/>
            <a:ext cx="12675686" cy="1309301"/>
            <a:chOff x="0" y="0"/>
            <a:chExt cx="13248085" cy="136842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248132" cy="1368425"/>
            </a:xfrm>
            <a:custGeom>
              <a:avLst/>
              <a:gdLst/>
              <a:ahLst/>
              <a:cxnLst/>
              <a:rect l="l" t="t" r="r" b="b"/>
              <a:pathLst>
                <a:path w="13248132" h="1368425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46969" y="7339932"/>
            <a:ext cx="12675686" cy="97210"/>
            <a:chOff x="0" y="0"/>
            <a:chExt cx="13248085" cy="101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3248132" cy="101600"/>
            </a:xfrm>
            <a:custGeom>
              <a:avLst/>
              <a:gdLst/>
              <a:ahLst/>
              <a:cxnLst/>
              <a:rect l="l" t="t" r="r" b="b"/>
              <a:pathLst>
                <a:path w="13248132" h="101600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19382" y="7098804"/>
            <a:ext cx="530860" cy="530860"/>
            <a:chOff x="0" y="0"/>
            <a:chExt cx="554832" cy="5548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54863" cy="554863"/>
            </a:xfrm>
            <a:custGeom>
              <a:avLst/>
              <a:gdLst/>
              <a:ahLst/>
              <a:cxnLst/>
              <a:rect l="l" t="t" r="r" b="b"/>
              <a:pathLst>
                <a:path w="554863" h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6" name="Freeform 46" descr="preencoded.png"/>
          <p:cNvSpPr/>
          <p:nvPr/>
        </p:nvSpPr>
        <p:spPr>
          <a:xfrm>
            <a:off x="6978677" y="7258100"/>
            <a:ext cx="212268" cy="212268"/>
          </a:xfrm>
          <a:custGeom>
            <a:avLst/>
            <a:gdLst/>
            <a:ahLst/>
            <a:cxnLst/>
            <a:rect l="l" t="t" r="r" b="b"/>
            <a:pathLst>
              <a:path w="212268" h="212268">
                <a:moveTo>
                  <a:pt x="0" y="0"/>
                </a:moveTo>
                <a:lnTo>
                  <a:pt x="212268" y="0"/>
                </a:lnTo>
                <a:lnTo>
                  <a:pt x="212268" y="212268"/>
                </a:lnTo>
                <a:lnTo>
                  <a:pt x="0" y="2122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7" name="TextBox 47"/>
          <p:cNvSpPr txBox="1"/>
          <p:nvPr/>
        </p:nvSpPr>
        <p:spPr>
          <a:xfrm>
            <a:off x="948224" y="7778041"/>
            <a:ext cx="3347868" cy="357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5"/>
              </a:lnSpc>
            </a:pPr>
            <a:r>
              <a:rPr lang="en-US" sz="21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Integración de Módulos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48224" y="8103466"/>
            <a:ext cx="12273174" cy="37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19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Coordinar la integración de múltiples funcionalidades (foros, bienestar, reportes, portafolio) en una plataforma unificada.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746969" y="8737321"/>
            <a:ext cx="12675686" cy="1309301"/>
            <a:chOff x="0" y="0"/>
            <a:chExt cx="13248085" cy="136842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3248132" cy="1368425"/>
            </a:xfrm>
            <a:custGeom>
              <a:avLst/>
              <a:gdLst/>
              <a:ahLst/>
              <a:cxnLst/>
              <a:rect l="l" t="t" r="r" b="b"/>
              <a:pathLst>
                <a:path w="13248132" h="1368425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126213" y="0"/>
                  </a:lnTo>
                  <a:cubicBezTo>
                    <a:pt x="13193523" y="0"/>
                    <a:pt x="13248132" y="54610"/>
                    <a:pt x="13248132" y="121920"/>
                  </a:cubicBezTo>
                  <a:lnTo>
                    <a:pt x="13248132" y="1246505"/>
                  </a:lnTo>
                  <a:cubicBezTo>
                    <a:pt x="13248132" y="1313815"/>
                    <a:pt x="13193523" y="1368425"/>
                    <a:pt x="13126213" y="1368425"/>
                  </a:cubicBezTo>
                  <a:lnTo>
                    <a:pt x="121920" y="1368425"/>
                  </a:lnTo>
                  <a:cubicBezTo>
                    <a:pt x="54610" y="1368425"/>
                    <a:pt x="0" y="1313815"/>
                    <a:pt x="0" y="1246505"/>
                  </a:cubicBez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46969" y="8713019"/>
            <a:ext cx="12675686" cy="97210"/>
            <a:chOff x="0" y="0"/>
            <a:chExt cx="13248085" cy="1016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248132" cy="101600"/>
            </a:xfrm>
            <a:custGeom>
              <a:avLst/>
              <a:gdLst/>
              <a:ahLst/>
              <a:cxnLst/>
              <a:rect l="l" t="t" r="r" b="b"/>
              <a:pathLst>
                <a:path w="13248132" h="101600">
                  <a:moveTo>
                    <a:pt x="0" y="27813"/>
                  </a:moveTo>
                  <a:cubicBezTo>
                    <a:pt x="0" y="12446"/>
                    <a:pt x="12446" y="0"/>
                    <a:pt x="27813" y="0"/>
                  </a:cubicBezTo>
                  <a:lnTo>
                    <a:pt x="13220319" y="0"/>
                  </a:lnTo>
                  <a:cubicBezTo>
                    <a:pt x="13235685" y="0"/>
                    <a:pt x="13248132" y="12446"/>
                    <a:pt x="13248132" y="27813"/>
                  </a:cubicBezTo>
                  <a:lnTo>
                    <a:pt x="13248132" y="73787"/>
                  </a:lnTo>
                  <a:cubicBezTo>
                    <a:pt x="13248132" y="89154"/>
                    <a:pt x="13235685" y="101600"/>
                    <a:pt x="13220319" y="101600"/>
                  </a:cubicBezTo>
                  <a:lnTo>
                    <a:pt x="27813" y="101600"/>
                  </a:lnTo>
                  <a:cubicBezTo>
                    <a:pt x="12446" y="101600"/>
                    <a:pt x="0" y="89154"/>
                    <a:pt x="0" y="73787"/>
                  </a:cubicBezTo>
                  <a:close/>
                </a:path>
              </a:pathLst>
            </a:custGeom>
            <a:solidFill>
              <a:srgbClr val="C8CAC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819382" y="8471892"/>
            <a:ext cx="530860" cy="530860"/>
            <a:chOff x="0" y="0"/>
            <a:chExt cx="554832" cy="55483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54863" cy="554863"/>
            </a:xfrm>
            <a:custGeom>
              <a:avLst/>
              <a:gdLst/>
              <a:ahLst/>
              <a:cxnLst/>
              <a:rect l="l" t="t" r="r" b="b"/>
              <a:pathLst>
                <a:path w="554863" h="554863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cubicBezTo>
                    <a:pt x="430530" y="0"/>
                    <a:pt x="554863" y="124206"/>
                    <a:pt x="554863" y="277368"/>
                  </a:cubicBezTo>
                  <a:cubicBezTo>
                    <a:pt x="554863" y="430530"/>
                    <a:pt x="430657" y="554863"/>
                    <a:pt x="277368" y="554863"/>
                  </a:cubicBezTo>
                  <a:cubicBezTo>
                    <a:pt x="124079" y="554863"/>
                    <a:pt x="0" y="430657"/>
                    <a:pt x="0" y="277368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5" name="Freeform 55" descr="preencoded.png"/>
          <p:cNvSpPr/>
          <p:nvPr/>
        </p:nvSpPr>
        <p:spPr>
          <a:xfrm>
            <a:off x="6978677" y="8631188"/>
            <a:ext cx="212268" cy="212268"/>
          </a:xfrm>
          <a:custGeom>
            <a:avLst/>
            <a:gdLst/>
            <a:ahLst/>
            <a:cxnLst/>
            <a:rect l="l" t="t" r="r" b="b"/>
            <a:pathLst>
              <a:path w="212268" h="212268">
                <a:moveTo>
                  <a:pt x="0" y="0"/>
                </a:moveTo>
                <a:lnTo>
                  <a:pt x="212268" y="0"/>
                </a:lnTo>
                <a:lnTo>
                  <a:pt x="212268" y="212267"/>
                </a:lnTo>
                <a:lnTo>
                  <a:pt x="0" y="21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6" name="TextBox 56"/>
          <p:cNvSpPr txBox="1"/>
          <p:nvPr/>
        </p:nvSpPr>
        <p:spPr>
          <a:xfrm>
            <a:off x="948224" y="9151130"/>
            <a:ext cx="2541327" cy="357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5"/>
              </a:lnSpc>
            </a:pPr>
            <a:r>
              <a:rPr lang="en-US" sz="2174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Despliegue Seguro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8224" y="9457505"/>
            <a:ext cx="12273174" cy="469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45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tuvo que usar Ngrok como tunel HTPPS y para proveer un certificado SSL valido</a:t>
            </a:r>
          </a:p>
        </p:txBody>
      </p:sp>
      <p:sp>
        <p:nvSpPr>
          <p:cNvPr id="58" name="Freeform 58"/>
          <p:cNvSpPr/>
          <p:nvPr/>
        </p:nvSpPr>
        <p:spPr>
          <a:xfrm rot="4018258">
            <a:off x="11448133" y="4102142"/>
            <a:ext cx="8043814" cy="2091392"/>
          </a:xfrm>
          <a:custGeom>
            <a:avLst/>
            <a:gdLst/>
            <a:ahLst/>
            <a:cxnLst/>
            <a:rect l="l" t="t" r="r" b="b"/>
            <a:pathLst>
              <a:path w="8043814" h="2091392">
                <a:moveTo>
                  <a:pt x="0" y="0"/>
                </a:moveTo>
                <a:lnTo>
                  <a:pt x="8043814" y="0"/>
                </a:lnTo>
                <a:lnTo>
                  <a:pt x="8043814" y="2091392"/>
                </a:lnTo>
                <a:lnTo>
                  <a:pt x="0" y="20913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9" name="TextBox 59"/>
          <p:cNvSpPr txBox="1"/>
          <p:nvPr/>
        </p:nvSpPr>
        <p:spPr>
          <a:xfrm>
            <a:off x="746969" y="558403"/>
            <a:ext cx="5289054" cy="46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OBSTÁCULOS PRESENTADOS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6969" y="1161901"/>
            <a:ext cx="12675686" cy="30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En el desarrollo de StudentsPoint, enfrentamos y superamos diversos desafíos técnicos y de implementación para asegurar una plataforma robusta y eficiente:</a:t>
            </a:r>
          </a:p>
        </p:txBody>
      </p:sp>
      <p:sp>
        <p:nvSpPr>
          <p:cNvPr id="61" name="Freeform 61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" y="3571"/>
            <a:ext cx="18288000" cy="102870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3571"/>
            <a:ext cx="18288000" cy="10287000"/>
            <a:chOff x="0" y="0"/>
            <a:chExt cx="2438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>
                <a:alpha val="72157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4203947"/>
            <a:ext cx="11262271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PREGUNTAS DE LA COMISIÓN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7" y="5477024"/>
            <a:ext cx="10111959" cy="42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Estamos listos para resolver cualquier duda y profundizar en los detalles de StudentsPoint.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813309" y="498897"/>
            <a:ext cx="2702692" cy="956077"/>
          </a:xfrm>
          <a:custGeom>
            <a:avLst/>
            <a:gdLst/>
            <a:ahLst/>
            <a:cxnLst/>
            <a:rect l="l" t="t" r="r" b="b"/>
            <a:pathLst>
              <a:path w="2702692" h="956077">
                <a:moveTo>
                  <a:pt x="0" y="0"/>
                </a:moveTo>
                <a:lnTo>
                  <a:pt x="2702692" y="0"/>
                </a:lnTo>
                <a:lnTo>
                  <a:pt x="2702692" y="956077"/>
                </a:lnTo>
                <a:lnTo>
                  <a:pt x="0" y="956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1239</Words>
  <Application>Microsoft Office PowerPoint</Application>
  <PresentationFormat>Personalizado</PresentationFormat>
  <Paragraphs>248</Paragraphs>
  <Slides>16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Roboto Condensed</vt:lpstr>
      <vt:lpstr>Arial</vt:lpstr>
      <vt:lpstr>Roboto Condensed Italics</vt:lpstr>
      <vt:lpstr>Arimo Bold</vt:lpstr>
      <vt:lpstr>Roboto Condensed Bold Italics</vt:lpstr>
      <vt:lpstr>Roboto Condensed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PROYECTO-STUDENTSPOINT.pptx</dc:title>
  <dc:creator>PC28</dc:creator>
  <cp:lastModifiedBy>PABLO ELIAS AVENDANO MIRANDA</cp:lastModifiedBy>
  <cp:revision>7</cp:revision>
  <dcterms:created xsi:type="dcterms:W3CDTF">2006-08-16T00:00:00Z</dcterms:created>
  <dcterms:modified xsi:type="dcterms:W3CDTF">2025-11-21T19:32:43Z</dcterms:modified>
  <dc:identifier>DAG5P8-L-IY</dc:identifier>
</cp:coreProperties>
</file>